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7" r:id="rId4"/>
  </p:sldMasterIdLst>
  <p:notesMasterIdLst>
    <p:notesMasterId r:id="rId6"/>
  </p:notesMasterIdLst>
  <p:sldIdLst>
    <p:sldId id="256" r:id="rId5"/>
  </p:sldIdLst>
  <p:sldSz cx="42803763"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5" userDrawn="1">
          <p15:clr>
            <a:srgbClr val="A4A3A4"/>
          </p15:clr>
        </p15:guide>
        <p15:guide id="2" pos="134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9D6"/>
    <a:srgbClr val="464646"/>
    <a:srgbClr val="C4EBD0"/>
    <a:srgbClr val="4365E2"/>
    <a:srgbClr val="D1E2F2"/>
    <a:srgbClr val="FFFFFF"/>
    <a:srgbClr val="FFFEFF"/>
    <a:srgbClr val="FFECD2"/>
    <a:srgbClr val="F4CEC3"/>
    <a:srgbClr val="FFF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80" autoAdjust="0"/>
    <p:restoredTop sz="95324" autoAdjust="0"/>
  </p:normalViewPr>
  <p:slideViewPr>
    <p:cSldViewPr>
      <p:cViewPr>
        <p:scale>
          <a:sx n="33" d="100"/>
          <a:sy n="33" d="100"/>
        </p:scale>
        <p:origin x="924" y="-1524"/>
      </p:cViewPr>
      <p:guideLst>
        <p:guide orient="horz" pos="9535"/>
        <p:guide pos="13481"/>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71055F-8152-4ADD-8E3E-DCAE390CBDE8}" type="datetimeFigureOut">
              <a:rPr lang="en-GB" smtClean="0"/>
              <a:pPr/>
              <a:t>27/04/2026</a:t>
            </a:fld>
            <a:endParaRPr lang="en-GB"/>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39FBAEE-D496-449C-AFE8-119C27EFB506}" type="slidenum">
              <a:rPr lang="en-GB" smtClean="0"/>
              <a:pPr/>
              <a:t>‹#›</a:t>
            </a:fld>
            <a:endParaRPr lang="en-GB"/>
          </a:p>
        </p:txBody>
      </p:sp>
    </p:spTree>
    <p:extLst>
      <p:ext uri="{BB962C8B-B14F-4D97-AF65-F5344CB8AC3E}">
        <p14:creationId xmlns:p14="http://schemas.microsoft.com/office/powerpoint/2010/main" val="301000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06475" y="685800"/>
            <a:ext cx="484505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39FBAEE-D496-449C-AFE8-119C27EFB506}" type="slidenum">
              <a:rPr lang="en-GB" smtClean="0"/>
              <a:pPr/>
              <a:t>1</a:t>
            </a:fld>
            <a:endParaRPr lang="en-GB"/>
          </a:p>
        </p:txBody>
      </p:sp>
    </p:spTree>
    <p:extLst>
      <p:ext uri="{BB962C8B-B14F-4D97-AF65-F5344CB8AC3E}">
        <p14:creationId xmlns:p14="http://schemas.microsoft.com/office/powerpoint/2010/main" val="678270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2"/>
            <a:ext cx="42803763" cy="2018348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22294" y="2"/>
            <a:ext cx="42781476" cy="20183480"/>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05141" y="21896939"/>
            <a:ext cx="27287399" cy="6458712"/>
          </a:xfrm>
        </p:spPr>
        <p:txBody>
          <a:bodyPr anchor="ctr">
            <a:normAutofit/>
          </a:bodyPr>
          <a:lstStyle>
            <a:lvl1pPr algn="r">
              <a:defRPr sz="19424" spc="883" baseline="0"/>
            </a:lvl1pPr>
          </a:lstStyle>
          <a:p>
            <a:r>
              <a:rPr lang="en-US"/>
              <a:t>Click to edit Master title style</a:t>
            </a:r>
            <a:endParaRPr lang="en-US" dirty="0"/>
          </a:p>
        </p:txBody>
      </p:sp>
      <p:sp>
        <p:nvSpPr>
          <p:cNvPr id="3" name="Subtitle 2"/>
          <p:cNvSpPr>
            <a:spLocks noGrp="1"/>
          </p:cNvSpPr>
          <p:nvPr>
            <p:ph type="subTitle" idx="1"/>
          </p:nvPr>
        </p:nvSpPr>
        <p:spPr>
          <a:xfrm>
            <a:off x="30230158" y="21896939"/>
            <a:ext cx="11235988" cy="6458712"/>
          </a:xfrm>
        </p:spPr>
        <p:txBody>
          <a:bodyPr lIns="91440" rIns="91440" anchor="ctr">
            <a:normAutofit/>
          </a:bodyPr>
          <a:lstStyle>
            <a:lvl1pPr marL="0" indent="0" algn="l">
              <a:lnSpc>
                <a:spcPct val="100000"/>
              </a:lnSpc>
              <a:spcBef>
                <a:spcPts val="0"/>
              </a:spcBef>
              <a:buNone/>
              <a:defRPr sz="7063">
                <a:solidFill>
                  <a:schemeClr val="tx1">
                    <a:lumMod val="95000"/>
                    <a:lumOff val="5000"/>
                  </a:schemeClr>
                </a:solidFill>
              </a:defRPr>
            </a:lvl1pPr>
            <a:lvl2pPr marL="2018355" indent="0" algn="ctr">
              <a:buNone/>
              <a:defRPr sz="7063"/>
            </a:lvl2pPr>
            <a:lvl3pPr marL="4036710" indent="0" algn="ctr">
              <a:buNone/>
              <a:defRPr sz="7063"/>
            </a:lvl3pPr>
            <a:lvl4pPr marL="6055065" indent="0" algn="ctr">
              <a:buNone/>
              <a:defRPr sz="7063"/>
            </a:lvl4pPr>
            <a:lvl5pPr marL="8073420" indent="0" algn="ctr">
              <a:buNone/>
              <a:defRPr sz="7063"/>
            </a:lvl5pPr>
            <a:lvl6pPr marL="10091776" indent="0" algn="ctr">
              <a:buNone/>
              <a:defRPr sz="7063"/>
            </a:lvl6pPr>
            <a:lvl7pPr marL="12110131" indent="0" algn="ctr">
              <a:buNone/>
              <a:defRPr sz="7063"/>
            </a:lvl7pPr>
            <a:lvl8pPr marL="14128486" indent="0" algn="ctr">
              <a:buNone/>
              <a:defRPr sz="7063"/>
            </a:lvl8pPr>
            <a:lvl9pPr marL="16146841" indent="0" algn="ctr">
              <a:buNone/>
              <a:defRPr sz="706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DC26611-6281-4E11-ACC2-85FA96A0667E}" type="slidenum">
              <a:rPr lang="en-US" smtClean="0"/>
              <a:pPr/>
              <a:t>‹#›</a:t>
            </a:fld>
            <a:endParaRPr lang="en-US"/>
          </a:p>
        </p:txBody>
      </p:sp>
      <p:cxnSp>
        <p:nvCxnSpPr>
          <p:cNvPr id="8" name="Straight Connector 7"/>
          <p:cNvCxnSpPr/>
          <p:nvPr/>
        </p:nvCxnSpPr>
        <p:spPr>
          <a:xfrm flipV="1">
            <a:off x="29444589" y="23238835"/>
            <a:ext cx="0" cy="4036695"/>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758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C2F9BE-EEBC-49BD-8E1A-7AE886ED32A9}" type="slidenum">
              <a:rPr lang="en-US" smtClean="0"/>
              <a:pPr/>
              <a:t>‹#›</a:t>
            </a:fld>
            <a:endParaRPr lang="en-US"/>
          </a:p>
        </p:txBody>
      </p:sp>
    </p:spTree>
    <p:extLst>
      <p:ext uri="{BB962C8B-B14F-4D97-AF65-F5344CB8AC3E}">
        <p14:creationId xmlns:p14="http://schemas.microsoft.com/office/powerpoint/2010/main" val="1155846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2"/>
            <a:ext cx="42803763" cy="201834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22294" y="2"/>
            <a:ext cx="42781476" cy="20183480"/>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05141" y="21896939"/>
            <a:ext cx="27287399" cy="6458712"/>
          </a:xfrm>
        </p:spPr>
        <p:txBody>
          <a:bodyPr anchor="ctr">
            <a:normAutofit/>
          </a:bodyPr>
          <a:lstStyle>
            <a:lvl1pPr algn="r">
              <a:defRPr sz="19424" b="0" spc="883" baseline="0"/>
            </a:lvl1pPr>
          </a:lstStyle>
          <a:p>
            <a:r>
              <a:rPr lang="en-US"/>
              <a:t>Click to edit Master title style</a:t>
            </a:r>
            <a:endParaRPr lang="en-US" dirty="0"/>
          </a:p>
        </p:txBody>
      </p:sp>
      <p:sp>
        <p:nvSpPr>
          <p:cNvPr id="3" name="Text Placeholder 2"/>
          <p:cNvSpPr>
            <a:spLocks noGrp="1"/>
          </p:cNvSpPr>
          <p:nvPr>
            <p:ph type="body" idx="1"/>
          </p:nvPr>
        </p:nvSpPr>
        <p:spPr>
          <a:xfrm>
            <a:off x="30230158" y="21896939"/>
            <a:ext cx="11235988" cy="6458712"/>
          </a:xfrm>
        </p:spPr>
        <p:txBody>
          <a:bodyPr lIns="91440" rIns="91440" anchor="ctr">
            <a:normAutofit/>
          </a:bodyPr>
          <a:lstStyle>
            <a:lvl1pPr marL="0" indent="0">
              <a:lnSpc>
                <a:spcPct val="100000"/>
              </a:lnSpc>
              <a:spcBef>
                <a:spcPts val="0"/>
              </a:spcBef>
              <a:buNone/>
              <a:defRPr sz="7063">
                <a:solidFill>
                  <a:schemeClr val="tx1">
                    <a:lumMod val="95000"/>
                    <a:lumOff val="5000"/>
                  </a:schemeClr>
                </a:solidFill>
              </a:defRPr>
            </a:lvl1pPr>
            <a:lvl2pPr marL="2018355" indent="0">
              <a:buNone/>
              <a:defRPr sz="7063">
                <a:solidFill>
                  <a:schemeClr val="tx1">
                    <a:tint val="75000"/>
                  </a:schemeClr>
                </a:solidFill>
              </a:defRPr>
            </a:lvl2pPr>
            <a:lvl3pPr marL="4036710" indent="0">
              <a:buNone/>
              <a:defRPr sz="7063">
                <a:solidFill>
                  <a:schemeClr val="tx1">
                    <a:tint val="75000"/>
                  </a:schemeClr>
                </a:solidFill>
              </a:defRPr>
            </a:lvl3pPr>
            <a:lvl4pPr marL="6055065" indent="0">
              <a:buNone/>
              <a:defRPr sz="6180">
                <a:solidFill>
                  <a:schemeClr val="tx1">
                    <a:tint val="75000"/>
                  </a:schemeClr>
                </a:solidFill>
              </a:defRPr>
            </a:lvl4pPr>
            <a:lvl5pPr marL="8073420" indent="0">
              <a:buNone/>
              <a:defRPr sz="6180">
                <a:solidFill>
                  <a:schemeClr val="tx1">
                    <a:tint val="75000"/>
                  </a:schemeClr>
                </a:solidFill>
              </a:defRPr>
            </a:lvl5pPr>
            <a:lvl6pPr marL="10091776" indent="0">
              <a:buNone/>
              <a:defRPr sz="6180">
                <a:solidFill>
                  <a:schemeClr val="tx1">
                    <a:tint val="75000"/>
                  </a:schemeClr>
                </a:solidFill>
              </a:defRPr>
            </a:lvl6pPr>
            <a:lvl7pPr marL="12110131" indent="0">
              <a:buNone/>
              <a:defRPr sz="6180">
                <a:solidFill>
                  <a:schemeClr val="tx1">
                    <a:tint val="75000"/>
                  </a:schemeClr>
                </a:solidFill>
              </a:defRPr>
            </a:lvl7pPr>
            <a:lvl8pPr marL="14128486" indent="0">
              <a:buNone/>
              <a:defRPr sz="6180">
                <a:solidFill>
                  <a:schemeClr val="tx1">
                    <a:tint val="75000"/>
                  </a:schemeClr>
                </a:solidFill>
              </a:defRPr>
            </a:lvl8pPr>
            <a:lvl9pPr marL="16146841" indent="0">
              <a:buNone/>
              <a:defRPr sz="61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8A6160-4A93-488B-A9E6-8C2E2E63CD41}" type="slidenum">
              <a:rPr lang="en-US" smtClean="0"/>
              <a:pPr/>
              <a:t>‹#›</a:t>
            </a:fld>
            <a:endParaRPr lang="en-US"/>
          </a:p>
        </p:txBody>
      </p:sp>
      <p:cxnSp>
        <p:nvCxnSpPr>
          <p:cNvPr id="8" name="Straight Connector 7"/>
          <p:cNvCxnSpPr/>
          <p:nvPr/>
        </p:nvCxnSpPr>
        <p:spPr>
          <a:xfrm flipV="1">
            <a:off x="29444589" y="23238835"/>
            <a:ext cx="0" cy="4036695"/>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447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595516" y="2583485"/>
            <a:ext cx="34125300" cy="662018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595516" y="10091738"/>
            <a:ext cx="16693468" cy="177614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027348" y="10091738"/>
            <a:ext cx="16693468" cy="177614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A4B941-E056-4AF9-AA8C-9C277416A4DB}" type="slidenum">
              <a:rPr lang="en-US" smtClean="0"/>
              <a:pPr/>
              <a:t>‹#›</a:t>
            </a:fld>
            <a:endParaRPr lang="en-US"/>
          </a:p>
        </p:txBody>
      </p:sp>
    </p:spTree>
    <p:extLst>
      <p:ext uri="{BB962C8B-B14F-4D97-AF65-F5344CB8AC3E}">
        <p14:creationId xmlns:p14="http://schemas.microsoft.com/office/powerpoint/2010/main" val="4199167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3595516" y="2583485"/>
            <a:ext cx="34125300" cy="6620180"/>
          </a:xfrm>
        </p:spPr>
        <p:txBody>
          <a:bodyPr/>
          <a:lstStyle/>
          <a:p>
            <a:r>
              <a:rPr lang="en-US"/>
              <a:t>Click to edit Master title style</a:t>
            </a:r>
            <a:endParaRPr lang="en-US" dirty="0"/>
          </a:p>
        </p:txBody>
      </p:sp>
      <p:sp>
        <p:nvSpPr>
          <p:cNvPr id="3" name="Text Placeholder 2"/>
          <p:cNvSpPr>
            <a:spLocks noGrp="1"/>
          </p:cNvSpPr>
          <p:nvPr>
            <p:ph type="body" idx="1"/>
          </p:nvPr>
        </p:nvSpPr>
        <p:spPr>
          <a:xfrm>
            <a:off x="3595516" y="9622185"/>
            <a:ext cx="16693468" cy="3633026"/>
          </a:xfrm>
        </p:spPr>
        <p:txBody>
          <a:bodyPr lIns="137160" rIns="137160" anchor="ctr">
            <a:normAutofit/>
          </a:bodyPr>
          <a:lstStyle>
            <a:lvl1pPr marL="0" indent="0">
              <a:spcBef>
                <a:spcPts val="0"/>
              </a:spcBef>
              <a:spcAft>
                <a:spcPts val="0"/>
              </a:spcAft>
              <a:buNone/>
              <a:defRPr sz="9712" b="0" cap="none" baseline="0">
                <a:solidFill>
                  <a:schemeClr val="accent1"/>
                </a:solidFill>
                <a:latin typeface="+mn-lt"/>
              </a:defRPr>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lvl="0"/>
            <a:r>
              <a:rPr lang="en-US"/>
              <a:t>Click to edit Master text styles</a:t>
            </a:r>
          </a:p>
        </p:txBody>
      </p:sp>
      <p:sp>
        <p:nvSpPr>
          <p:cNvPr id="4" name="Content Placeholder 3"/>
          <p:cNvSpPr>
            <a:spLocks noGrp="1"/>
          </p:cNvSpPr>
          <p:nvPr>
            <p:ph sz="half" idx="2"/>
          </p:nvPr>
        </p:nvSpPr>
        <p:spPr>
          <a:xfrm>
            <a:off x="3595516" y="13101548"/>
            <a:ext cx="16693468" cy="1475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1027348" y="9622185"/>
            <a:ext cx="16693468" cy="3633026"/>
          </a:xfrm>
        </p:spPr>
        <p:txBody>
          <a:bodyPr lIns="137160" rIns="137160" anchor="ctr">
            <a:normAutofit/>
          </a:bodyPr>
          <a:lstStyle>
            <a:lvl1pPr marL="0" indent="0">
              <a:spcBef>
                <a:spcPts val="0"/>
              </a:spcBef>
              <a:spcAft>
                <a:spcPts val="0"/>
              </a:spcAft>
              <a:buNone/>
              <a:defRPr lang="en-US" sz="9712" b="0" kern="1200" cap="none" baseline="0" dirty="0">
                <a:solidFill>
                  <a:schemeClr val="accent1"/>
                </a:solidFill>
                <a:latin typeface="+mn-lt"/>
                <a:ea typeface="+mn-ea"/>
                <a:cs typeface="+mn-cs"/>
              </a:defRPr>
            </a:lvl1pPr>
            <a:lvl2pPr marL="2018355" indent="0">
              <a:buNone/>
              <a:defRPr sz="8829" b="1"/>
            </a:lvl2pPr>
            <a:lvl3pPr marL="4036710" indent="0">
              <a:buNone/>
              <a:defRPr sz="7946" b="1"/>
            </a:lvl3pPr>
            <a:lvl4pPr marL="6055065" indent="0">
              <a:buNone/>
              <a:defRPr sz="7063" b="1"/>
            </a:lvl4pPr>
            <a:lvl5pPr marL="8073420" indent="0">
              <a:buNone/>
              <a:defRPr sz="7063" b="1"/>
            </a:lvl5pPr>
            <a:lvl6pPr marL="10091776" indent="0">
              <a:buNone/>
              <a:defRPr sz="7063" b="1"/>
            </a:lvl6pPr>
            <a:lvl7pPr marL="12110131" indent="0">
              <a:buNone/>
              <a:defRPr sz="7063" b="1"/>
            </a:lvl7pPr>
            <a:lvl8pPr marL="14128486" indent="0">
              <a:buNone/>
              <a:defRPr sz="7063" b="1"/>
            </a:lvl8pPr>
            <a:lvl9pPr marL="16146841" indent="0">
              <a:buNone/>
              <a:defRPr sz="7063" b="1"/>
            </a:lvl9pPr>
          </a:lstStyle>
          <a:p>
            <a:pPr marL="0" lvl="0" indent="0" algn="l" defTabSz="4036710" rtl="0" eaLnBrk="1" latinLnBrk="0" hangingPunct="1">
              <a:lnSpc>
                <a:spcPct val="90000"/>
              </a:lnSpc>
              <a:spcBef>
                <a:spcPts val="7946"/>
              </a:spcBef>
              <a:buNone/>
            </a:pPr>
            <a:r>
              <a:rPr lang="en-US"/>
              <a:t>Click to edit Master text styles</a:t>
            </a:r>
          </a:p>
        </p:txBody>
      </p:sp>
      <p:sp>
        <p:nvSpPr>
          <p:cNvPr id="6" name="Content Placeholder 5"/>
          <p:cNvSpPr>
            <a:spLocks noGrp="1"/>
          </p:cNvSpPr>
          <p:nvPr>
            <p:ph sz="quarter" idx="4"/>
          </p:nvPr>
        </p:nvSpPr>
        <p:spPr>
          <a:xfrm>
            <a:off x="21027348" y="13101548"/>
            <a:ext cx="16693468" cy="1475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83DB79-11A9-41C9-A61C-5E0AA3823438}" type="slidenum">
              <a:rPr lang="en-US" smtClean="0"/>
              <a:pPr/>
              <a:t>‹#›</a:t>
            </a:fld>
            <a:endParaRPr lang="en-US"/>
          </a:p>
        </p:txBody>
      </p:sp>
    </p:spTree>
    <p:extLst>
      <p:ext uri="{BB962C8B-B14F-4D97-AF65-F5344CB8AC3E}">
        <p14:creationId xmlns:p14="http://schemas.microsoft.com/office/powerpoint/2010/main" val="3502461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BB18EB-E426-44ED-BD9E-4B9D75DA5187}" type="slidenum">
              <a:rPr lang="en-US" smtClean="0"/>
              <a:pPr/>
              <a:t>‹#›</a:t>
            </a:fld>
            <a:endParaRPr lang="en-US"/>
          </a:p>
        </p:txBody>
      </p:sp>
    </p:spTree>
    <p:extLst>
      <p:ext uri="{BB962C8B-B14F-4D97-AF65-F5344CB8AC3E}">
        <p14:creationId xmlns:p14="http://schemas.microsoft.com/office/powerpoint/2010/main" val="712346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Rectangle 4">
            <a:extLst>
              <a:ext uri="{FF2B5EF4-FFF2-40B4-BE49-F238E27FC236}">
                <a16:creationId xmlns:a16="http://schemas.microsoft.com/office/drawing/2014/main" id="{57BFF6F7-99F5-F38D-F253-00622D19EDC3}"/>
              </a:ext>
            </a:extLst>
          </p:cNvPr>
          <p:cNvSpPr/>
          <p:nvPr userDrawn="1"/>
        </p:nvSpPr>
        <p:spPr bwMode="auto">
          <a:xfrm>
            <a:off x="0" y="0"/>
            <a:ext cx="42803763" cy="4263977"/>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pic>
        <p:nvPicPr>
          <p:cNvPr id="6" name="Picture 5">
            <a:extLst>
              <a:ext uri="{FF2B5EF4-FFF2-40B4-BE49-F238E27FC236}">
                <a16:creationId xmlns:a16="http://schemas.microsoft.com/office/drawing/2014/main" id="{8B74DFDB-8A11-7492-E289-7C087D99DC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7695" y="1096046"/>
            <a:ext cx="6221079" cy="2088232"/>
          </a:xfrm>
          <a:prstGeom prst="rect">
            <a:avLst/>
          </a:prstGeom>
        </p:spPr>
      </p:pic>
    </p:spTree>
    <p:extLst>
      <p:ext uri="{BB962C8B-B14F-4D97-AF65-F5344CB8AC3E}">
        <p14:creationId xmlns:p14="http://schemas.microsoft.com/office/powerpoint/2010/main" val="1715995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3595516" y="2081516"/>
            <a:ext cx="15409355" cy="7669721"/>
          </a:xfrm>
        </p:spPr>
        <p:txBody>
          <a:bodyPr>
            <a:noAutofit/>
          </a:bodyPr>
          <a:lstStyle>
            <a:lvl1pPr>
              <a:lnSpc>
                <a:spcPct val="80000"/>
              </a:lnSpc>
              <a:defRPr sz="15893"/>
            </a:lvl1pPr>
          </a:lstStyle>
          <a:p>
            <a:r>
              <a:rPr lang="en-US"/>
              <a:t>Click to edit Master title style</a:t>
            </a:r>
            <a:endParaRPr lang="en-US" dirty="0"/>
          </a:p>
        </p:txBody>
      </p:sp>
      <p:sp>
        <p:nvSpPr>
          <p:cNvPr id="3" name="Content Placeholder 2"/>
          <p:cNvSpPr>
            <a:spLocks noGrp="1"/>
          </p:cNvSpPr>
          <p:nvPr>
            <p:ph idx="1"/>
          </p:nvPr>
        </p:nvSpPr>
        <p:spPr>
          <a:xfrm>
            <a:off x="20064264" y="3633026"/>
            <a:ext cx="19935853" cy="22888061"/>
          </a:xfrm>
        </p:spPr>
        <p:txBody>
          <a:bodyPr>
            <a:normAutofit/>
          </a:bodyPr>
          <a:lstStyle>
            <a:lvl1pPr>
              <a:defRPr sz="8829"/>
            </a:lvl1pPr>
            <a:lvl2pPr>
              <a:defRPr sz="7063"/>
            </a:lvl2pPr>
            <a:lvl3pPr>
              <a:defRPr sz="5298"/>
            </a:lvl3pPr>
            <a:lvl4pPr>
              <a:defRPr sz="5298"/>
            </a:lvl4pPr>
            <a:lvl5pPr>
              <a:defRPr sz="5298"/>
            </a:lvl5pPr>
            <a:lvl6pPr>
              <a:defRPr sz="5298"/>
            </a:lvl6pPr>
            <a:lvl7pPr>
              <a:defRPr sz="5298"/>
            </a:lvl7pPr>
            <a:lvl8pPr>
              <a:defRPr sz="5298"/>
            </a:lvl8pPr>
            <a:lvl9pPr>
              <a:defRPr sz="529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595516" y="9965948"/>
            <a:ext cx="15409355" cy="16608961"/>
          </a:xfrm>
        </p:spPr>
        <p:txBody>
          <a:bodyPr lIns="91440" rIns="91440">
            <a:normAutofit/>
          </a:bodyPr>
          <a:lstStyle>
            <a:lvl1pPr marL="0" indent="0">
              <a:lnSpc>
                <a:spcPct val="108000"/>
              </a:lnSpc>
              <a:spcBef>
                <a:spcPts val="2649"/>
              </a:spcBef>
              <a:buNone/>
              <a:defRPr sz="7063"/>
            </a:lvl1pPr>
            <a:lvl2pPr marL="2018355" indent="0">
              <a:buNone/>
              <a:defRPr sz="5298"/>
            </a:lvl2pPr>
            <a:lvl3pPr marL="4036710" indent="0">
              <a:buNone/>
              <a:defRPr sz="4415"/>
            </a:lvl3pPr>
            <a:lvl4pPr marL="6055065" indent="0">
              <a:buNone/>
              <a:defRPr sz="3973"/>
            </a:lvl4pPr>
            <a:lvl5pPr marL="8073420" indent="0">
              <a:buNone/>
              <a:defRPr sz="3973"/>
            </a:lvl5pPr>
            <a:lvl6pPr marL="10091776" indent="0">
              <a:buNone/>
              <a:defRPr sz="3973"/>
            </a:lvl6pPr>
            <a:lvl7pPr marL="12110131" indent="0">
              <a:buNone/>
              <a:defRPr sz="3973"/>
            </a:lvl7pPr>
            <a:lvl8pPr marL="14128486" indent="0">
              <a:buNone/>
              <a:defRPr sz="3973"/>
            </a:lvl8pPr>
            <a:lvl9pPr marL="16146841" indent="0">
              <a:buNone/>
              <a:defRPr sz="3973"/>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32D5B-236E-43FE-958A-93A926CB8AE9}" type="slidenum">
              <a:rPr lang="en-US" smtClean="0"/>
              <a:pPr/>
              <a:t>‹#›</a:t>
            </a:fld>
            <a:endParaRPr lang="en-US"/>
          </a:p>
        </p:txBody>
      </p:sp>
    </p:spTree>
    <p:extLst>
      <p:ext uri="{BB962C8B-B14F-4D97-AF65-F5344CB8AC3E}">
        <p14:creationId xmlns:p14="http://schemas.microsoft.com/office/powerpoint/2010/main" val="992547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05141" y="21896943"/>
            <a:ext cx="27287399" cy="6458712"/>
          </a:xfrm>
        </p:spPr>
        <p:txBody>
          <a:bodyPr anchor="ctr">
            <a:normAutofit/>
          </a:bodyPr>
          <a:lstStyle>
            <a:lvl1pPr algn="r">
              <a:defRPr sz="19424" spc="883"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4"/>
            <a:ext cx="42793062" cy="20183475"/>
          </a:xfrm>
          <a:solidFill>
            <a:schemeClr val="accent1">
              <a:lumMod val="60000"/>
              <a:lumOff val="40000"/>
            </a:schemeClr>
          </a:solidFill>
        </p:spPr>
        <p:txBody>
          <a:bodyPr lIns="457200" tIns="365760" anchor="t"/>
          <a:lstStyle>
            <a:lvl1pPr marL="0" indent="0">
              <a:buNone/>
              <a:defRPr sz="10595"/>
            </a:lvl1pPr>
            <a:lvl2pPr marL="1513766" indent="0">
              <a:buNone/>
              <a:defRPr sz="9271"/>
            </a:lvl2pPr>
            <a:lvl3pPr marL="3027533" indent="0">
              <a:buNone/>
              <a:defRPr sz="7946"/>
            </a:lvl3pPr>
            <a:lvl4pPr marL="4541299" indent="0">
              <a:buNone/>
              <a:defRPr sz="6622"/>
            </a:lvl4pPr>
            <a:lvl5pPr marL="6055065" indent="0">
              <a:buNone/>
              <a:defRPr sz="6622"/>
            </a:lvl5pPr>
            <a:lvl6pPr marL="7568832" indent="0">
              <a:buNone/>
              <a:defRPr sz="6622"/>
            </a:lvl6pPr>
            <a:lvl7pPr marL="9082598" indent="0">
              <a:buNone/>
              <a:defRPr sz="6622"/>
            </a:lvl7pPr>
            <a:lvl8pPr marL="10596364" indent="0">
              <a:buNone/>
              <a:defRPr sz="6622"/>
            </a:lvl8pPr>
            <a:lvl9pPr marL="12110131"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30230158" y="21896943"/>
            <a:ext cx="11235988" cy="6458712"/>
          </a:xfrm>
        </p:spPr>
        <p:txBody>
          <a:bodyPr lIns="91440" rIns="91440" anchor="ctr">
            <a:normAutofit/>
          </a:bodyPr>
          <a:lstStyle>
            <a:lvl1pPr marL="0" indent="0">
              <a:lnSpc>
                <a:spcPct val="100000"/>
              </a:lnSpc>
              <a:spcBef>
                <a:spcPts val="0"/>
              </a:spcBef>
              <a:buNone/>
              <a:defRPr sz="7063">
                <a:solidFill>
                  <a:schemeClr val="tx1">
                    <a:lumMod val="95000"/>
                    <a:lumOff val="5000"/>
                  </a:schemeClr>
                </a:solidFill>
              </a:defRPr>
            </a:lvl1pPr>
            <a:lvl2pPr marL="1513766" indent="0">
              <a:buNone/>
              <a:defRPr sz="4635"/>
            </a:lvl2pPr>
            <a:lvl3pPr marL="3027533" indent="0">
              <a:buNone/>
              <a:defRPr sz="3973"/>
            </a:lvl3pPr>
            <a:lvl4pPr marL="4541299" indent="0">
              <a:buNone/>
              <a:defRPr sz="3311"/>
            </a:lvl4pPr>
            <a:lvl5pPr marL="6055065" indent="0">
              <a:buNone/>
              <a:defRPr sz="3311"/>
            </a:lvl5pPr>
            <a:lvl6pPr marL="7568832" indent="0">
              <a:buNone/>
              <a:defRPr sz="3311"/>
            </a:lvl6pPr>
            <a:lvl7pPr marL="9082598" indent="0">
              <a:buNone/>
              <a:defRPr sz="3311"/>
            </a:lvl7pPr>
            <a:lvl8pPr marL="10596364" indent="0">
              <a:buNone/>
              <a:defRPr sz="3311"/>
            </a:lvl8pPr>
            <a:lvl9pPr marL="12110131"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CDC239-2C65-44BE-8AF1-96B5E4802A3F}" type="slidenum">
              <a:rPr lang="en-US" smtClean="0"/>
              <a:pPr/>
              <a:t>‹#›</a:t>
            </a:fld>
            <a:endParaRPr lang="en-US"/>
          </a:p>
        </p:txBody>
      </p:sp>
      <p:cxnSp>
        <p:nvCxnSpPr>
          <p:cNvPr id="8" name="Straight Connector 7"/>
          <p:cNvCxnSpPr/>
          <p:nvPr/>
        </p:nvCxnSpPr>
        <p:spPr>
          <a:xfrm flipV="1">
            <a:off x="29444589" y="23238835"/>
            <a:ext cx="0" cy="403669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777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001956-8B40-46A1-B63C-7ACD83FEB396}" type="slidenum">
              <a:rPr lang="en-US" smtClean="0"/>
              <a:pPr/>
              <a:t>‹#›</a:t>
            </a:fld>
            <a:endParaRPr lang="en-US"/>
          </a:p>
        </p:txBody>
      </p:sp>
    </p:spTree>
    <p:extLst>
      <p:ext uri="{BB962C8B-B14F-4D97-AF65-F5344CB8AC3E}">
        <p14:creationId xmlns:p14="http://schemas.microsoft.com/office/powerpoint/2010/main" val="468787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631450" y="3363913"/>
            <a:ext cx="9229561" cy="23883779"/>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3477813" y="3363913"/>
            <a:ext cx="26618590" cy="238837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5BEDB0-F9BA-4179-BEBF-8DBF122176E3}" type="slidenum">
              <a:rPr lang="en-US" smtClean="0"/>
              <a:pPr/>
              <a:t>‹#›</a:t>
            </a:fld>
            <a:endParaRPr lang="en-US"/>
          </a:p>
        </p:txBody>
      </p:sp>
      <p:cxnSp>
        <p:nvCxnSpPr>
          <p:cNvPr id="7" name="Straight Connector 6"/>
          <p:cNvCxnSpPr/>
          <p:nvPr/>
        </p:nvCxnSpPr>
        <p:spPr>
          <a:xfrm rot="5400000" flipV="1">
            <a:off x="35313104" y="674828"/>
            <a:ext cx="0" cy="3210282"/>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7714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95516" y="2583485"/>
            <a:ext cx="34125300" cy="66201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595518" y="10091738"/>
            <a:ext cx="34125305" cy="17761458"/>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595523" y="28565462"/>
            <a:ext cx="7562780" cy="1211009"/>
          </a:xfrm>
          <a:prstGeom prst="rect">
            <a:avLst/>
          </a:prstGeom>
        </p:spPr>
        <p:txBody>
          <a:bodyPr vert="horz" lIns="91440" tIns="45720" rIns="91440" bIns="45720" rtlCol="0" anchor="ctr"/>
          <a:lstStyle>
            <a:lvl1pPr algn="l">
              <a:defRPr sz="4415">
                <a:solidFill>
                  <a:schemeClr val="tx1">
                    <a:lumMod val="95000"/>
                    <a:lumOff val="5000"/>
                  </a:schemeClr>
                </a:solidFill>
                <a:latin typeface="+mj-lt"/>
              </a:defRPr>
            </a:lvl1pPr>
          </a:lstStyle>
          <a:p>
            <a:endParaRPr lang="en-US"/>
          </a:p>
        </p:txBody>
      </p:sp>
      <p:sp>
        <p:nvSpPr>
          <p:cNvPr id="5" name="Footer Placeholder 4"/>
          <p:cNvSpPr>
            <a:spLocks noGrp="1"/>
          </p:cNvSpPr>
          <p:nvPr>
            <p:ph type="ftr" sz="quarter" idx="3"/>
          </p:nvPr>
        </p:nvSpPr>
        <p:spPr>
          <a:xfrm>
            <a:off x="17002606" y="28565462"/>
            <a:ext cx="20718884" cy="1211009"/>
          </a:xfrm>
          <a:prstGeom prst="rect">
            <a:avLst/>
          </a:prstGeom>
        </p:spPr>
        <p:txBody>
          <a:bodyPr vert="horz" lIns="91440" tIns="45720" rIns="91440" bIns="45720" rtlCol="0" anchor="ctr"/>
          <a:lstStyle>
            <a:lvl1pPr algn="r">
              <a:defRPr sz="4415"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38047789" y="28565462"/>
            <a:ext cx="3418356" cy="1211009"/>
          </a:xfrm>
          <a:prstGeom prst="rect">
            <a:avLst/>
          </a:prstGeom>
        </p:spPr>
        <p:txBody>
          <a:bodyPr vert="horz" lIns="91440" tIns="45720" rIns="91440" bIns="45720" rtlCol="0" anchor="ctr"/>
          <a:lstStyle>
            <a:lvl1pPr algn="l">
              <a:defRPr sz="4415">
                <a:solidFill>
                  <a:schemeClr val="tx1">
                    <a:lumMod val="95000"/>
                    <a:lumOff val="5000"/>
                  </a:schemeClr>
                </a:solidFill>
                <a:latin typeface="+mj-lt"/>
              </a:defRPr>
            </a:lvl1pPr>
          </a:lstStyle>
          <a:p>
            <a:fld id="{97B7DC7E-A1F9-4C29-9F26-BFA0A3B2EA8F}" type="slidenum">
              <a:rPr lang="en-US" smtClean="0"/>
              <a:pPr/>
              <a:t>‹#›</a:t>
            </a:fld>
            <a:endParaRPr lang="en-US"/>
          </a:p>
        </p:txBody>
      </p:sp>
      <p:cxnSp>
        <p:nvCxnSpPr>
          <p:cNvPr id="7" name="Straight Connector 6"/>
          <p:cNvCxnSpPr/>
          <p:nvPr/>
        </p:nvCxnSpPr>
        <p:spPr>
          <a:xfrm flipV="1">
            <a:off x="2675235" y="3647876"/>
            <a:ext cx="0" cy="403669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10281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4036710" rtl="0" eaLnBrk="1" latinLnBrk="0" hangingPunct="1">
        <a:lnSpc>
          <a:spcPct val="80000"/>
        </a:lnSpc>
        <a:spcBef>
          <a:spcPct val="0"/>
        </a:spcBef>
        <a:buNone/>
        <a:defRPr sz="19424" kern="1200" cap="all" spc="441" baseline="0">
          <a:solidFill>
            <a:schemeClr val="tx1">
              <a:lumMod val="95000"/>
              <a:lumOff val="5000"/>
            </a:schemeClr>
          </a:solidFill>
          <a:latin typeface="+mj-lt"/>
          <a:ea typeface="+mj-ea"/>
          <a:cs typeface="+mj-cs"/>
        </a:defRPr>
      </a:lvl1pPr>
    </p:titleStyle>
    <p:bodyStyle>
      <a:lvl1pPr marL="403671" indent="-403671" algn="l" defTabSz="4036710" rtl="0" eaLnBrk="1" latinLnBrk="0" hangingPunct="1">
        <a:lnSpc>
          <a:spcPct val="90000"/>
        </a:lnSpc>
        <a:spcBef>
          <a:spcPts val="5298"/>
        </a:spcBef>
        <a:spcAft>
          <a:spcPts val="883"/>
        </a:spcAft>
        <a:buClr>
          <a:schemeClr val="accent1"/>
        </a:buClr>
        <a:buSzPct val="100000"/>
        <a:buFont typeface="Tw Cen MT" panose="020B0602020104020603" pitchFamily="34" charset="0"/>
        <a:buChar char=" "/>
        <a:defRPr sz="8829" kern="1200">
          <a:solidFill>
            <a:schemeClr val="tx1"/>
          </a:solidFill>
          <a:latin typeface="+mn-lt"/>
          <a:ea typeface="+mn-ea"/>
          <a:cs typeface="+mn-cs"/>
        </a:defRPr>
      </a:lvl1pPr>
      <a:lvl2pPr marL="1170646"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7063" kern="1200">
          <a:solidFill>
            <a:schemeClr val="tx1"/>
          </a:solidFill>
          <a:latin typeface="+mn-lt"/>
          <a:ea typeface="+mn-ea"/>
          <a:cs typeface="+mn-cs"/>
        </a:defRPr>
      </a:lvl2pPr>
      <a:lvl3pPr marL="1977988"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5298" kern="1200">
          <a:solidFill>
            <a:schemeClr val="tx1"/>
          </a:solidFill>
          <a:latin typeface="+mn-lt"/>
          <a:ea typeface="+mn-ea"/>
          <a:cs typeface="+mn-cs"/>
        </a:defRPr>
      </a:lvl3pPr>
      <a:lvl4pPr marL="2623862"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5298" kern="1200">
          <a:solidFill>
            <a:schemeClr val="tx1"/>
          </a:solidFill>
          <a:latin typeface="+mn-lt"/>
          <a:ea typeface="+mn-ea"/>
          <a:cs typeface="+mn-cs"/>
        </a:defRPr>
      </a:lvl4pPr>
      <a:lvl5pPr marL="3431204"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5298" kern="1200">
          <a:solidFill>
            <a:schemeClr val="tx1"/>
          </a:solidFill>
          <a:latin typeface="+mn-lt"/>
          <a:ea typeface="+mn-ea"/>
          <a:cs typeface="+mn-cs"/>
        </a:defRPr>
      </a:lvl5pPr>
      <a:lvl6pPr marL="4036710"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5298" kern="1200">
          <a:solidFill>
            <a:schemeClr val="tx1"/>
          </a:solidFill>
          <a:latin typeface="+mn-lt"/>
          <a:ea typeface="+mn-ea"/>
          <a:cs typeface="+mn-cs"/>
        </a:defRPr>
      </a:lvl6pPr>
      <a:lvl7pPr marL="4682584"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5298" kern="1200">
          <a:solidFill>
            <a:schemeClr val="tx1"/>
          </a:solidFill>
          <a:latin typeface="+mn-lt"/>
          <a:ea typeface="+mn-ea"/>
          <a:cs typeface="+mn-cs"/>
        </a:defRPr>
      </a:lvl7pPr>
      <a:lvl8pPr marL="5368825"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5298" kern="1200">
          <a:solidFill>
            <a:schemeClr val="tx1"/>
          </a:solidFill>
          <a:latin typeface="+mn-lt"/>
          <a:ea typeface="+mn-ea"/>
          <a:cs typeface="+mn-cs"/>
        </a:defRPr>
      </a:lvl8pPr>
      <a:lvl9pPr marL="6014698" indent="-605507" algn="l" defTabSz="4036710" rtl="0" eaLnBrk="1" latinLnBrk="0" hangingPunct="1">
        <a:lnSpc>
          <a:spcPct val="90000"/>
        </a:lnSpc>
        <a:spcBef>
          <a:spcPts val="883"/>
        </a:spcBef>
        <a:spcAft>
          <a:spcPts val="1766"/>
        </a:spcAft>
        <a:buClr>
          <a:schemeClr val="accent1"/>
        </a:buClr>
        <a:buFont typeface="Wingdings 3" pitchFamily="18" charset="2"/>
        <a:buChar char=""/>
        <a:defRPr sz="5298" kern="1200">
          <a:solidFill>
            <a:schemeClr val="tx1"/>
          </a:solidFill>
          <a:latin typeface="+mn-lt"/>
          <a:ea typeface="+mn-ea"/>
          <a:cs typeface="+mn-cs"/>
        </a:defRPr>
      </a:lvl9pPr>
    </p:bodyStyle>
    <p:otherStyle>
      <a:defPPr>
        <a:defRPr lang="en-US"/>
      </a:defPPr>
      <a:lvl1pPr marL="0" algn="l" defTabSz="4036710" rtl="0" eaLnBrk="1" latinLnBrk="0" hangingPunct="1">
        <a:defRPr sz="7946" kern="1200">
          <a:solidFill>
            <a:schemeClr val="tx1"/>
          </a:solidFill>
          <a:latin typeface="+mn-lt"/>
          <a:ea typeface="+mn-ea"/>
          <a:cs typeface="+mn-cs"/>
        </a:defRPr>
      </a:lvl1pPr>
      <a:lvl2pPr marL="2018355" algn="l" defTabSz="4036710" rtl="0" eaLnBrk="1" latinLnBrk="0" hangingPunct="1">
        <a:defRPr sz="7946" kern="1200">
          <a:solidFill>
            <a:schemeClr val="tx1"/>
          </a:solidFill>
          <a:latin typeface="+mn-lt"/>
          <a:ea typeface="+mn-ea"/>
          <a:cs typeface="+mn-cs"/>
        </a:defRPr>
      </a:lvl2pPr>
      <a:lvl3pPr marL="4036710" algn="l" defTabSz="4036710" rtl="0" eaLnBrk="1" latinLnBrk="0" hangingPunct="1">
        <a:defRPr sz="7946" kern="1200">
          <a:solidFill>
            <a:schemeClr val="tx1"/>
          </a:solidFill>
          <a:latin typeface="+mn-lt"/>
          <a:ea typeface="+mn-ea"/>
          <a:cs typeface="+mn-cs"/>
        </a:defRPr>
      </a:lvl3pPr>
      <a:lvl4pPr marL="6055065" algn="l" defTabSz="4036710" rtl="0" eaLnBrk="1" latinLnBrk="0" hangingPunct="1">
        <a:defRPr sz="7946" kern="1200">
          <a:solidFill>
            <a:schemeClr val="tx1"/>
          </a:solidFill>
          <a:latin typeface="+mn-lt"/>
          <a:ea typeface="+mn-ea"/>
          <a:cs typeface="+mn-cs"/>
        </a:defRPr>
      </a:lvl4pPr>
      <a:lvl5pPr marL="8073420" algn="l" defTabSz="4036710" rtl="0" eaLnBrk="1" latinLnBrk="0" hangingPunct="1">
        <a:defRPr sz="7946" kern="1200">
          <a:solidFill>
            <a:schemeClr val="tx1"/>
          </a:solidFill>
          <a:latin typeface="+mn-lt"/>
          <a:ea typeface="+mn-ea"/>
          <a:cs typeface="+mn-cs"/>
        </a:defRPr>
      </a:lvl5pPr>
      <a:lvl6pPr marL="10091776" algn="l" defTabSz="4036710" rtl="0" eaLnBrk="1" latinLnBrk="0" hangingPunct="1">
        <a:defRPr sz="7946" kern="1200">
          <a:solidFill>
            <a:schemeClr val="tx1"/>
          </a:solidFill>
          <a:latin typeface="+mn-lt"/>
          <a:ea typeface="+mn-ea"/>
          <a:cs typeface="+mn-cs"/>
        </a:defRPr>
      </a:lvl6pPr>
      <a:lvl7pPr marL="12110131" algn="l" defTabSz="4036710" rtl="0" eaLnBrk="1" latinLnBrk="0" hangingPunct="1">
        <a:defRPr sz="7946" kern="1200">
          <a:solidFill>
            <a:schemeClr val="tx1"/>
          </a:solidFill>
          <a:latin typeface="+mn-lt"/>
          <a:ea typeface="+mn-ea"/>
          <a:cs typeface="+mn-cs"/>
        </a:defRPr>
      </a:lvl7pPr>
      <a:lvl8pPr marL="14128486" algn="l" defTabSz="4036710" rtl="0" eaLnBrk="1" latinLnBrk="0" hangingPunct="1">
        <a:defRPr sz="7946" kern="1200">
          <a:solidFill>
            <a:schemeClr val="tx1"/>
          </a:solidFill>
          <a:latin typeface="+mn-lt"/>
          <a:ea typeface="+mn-ea"/>
          <a:cs typeface="+mn-cs"/>
        </a:defRPr>
      </a:lvl8pPr>
      <a:lvl9pPr marL="16146841" algn="l" defTabSz="4036710" rtl="0" eaLnBrk="1" latinLnBrk="0" hangingPunct="1">
        <a:defRPr sz="794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AF4"/>
        </a:solidFill>
        <a:effectLst/>
      </p:bgPr>
    </p:bg>
    <p:spTree>
      <p:nvGrpSpPr>
        <p:cNvPr id="1" name=""/>
        <p:cNvGrpSpPr/>
        <p:nvPr/>
      </p:nvGrpSpPr>
      <p:grpSpPr>
        <a:xfrm>
          <a:off x="0" y="0"/>
          <a:ext cx="0" cy="0"/>
          <a:chOff x="0" y="0"/>
          <a:chExt cx="0" cy="0"/>
        </a:xfrm>
      </p:grpSpPr>
      <p:sp>
        <p:nvSpPr>
          <p:cNvPr id="95" name="Rectangle 7"/>
          <p:cNvSpPr>
            <a:spLocks noChangeArrowheads="1"/>
          </p:cNvSpPr>
          <p:nvPr/>
        </p:nvSpPr>
        <p:spPr bwMode="auto">
          <a:xfrm>
            <a:off x="32219087" y="27522982"/>
            <a:ext cx="10008000" cy="2322018"/>
          </a:xfrm>
          <a:prstGeom prst="rect">
            <a:avLst/>
          </a:prstGeom>
          <a:solidFill>
            <a:srgbClr val="D1E2F2"/>
          </a:solidFill>
          <a:ln w="12700">
            <a:noFill/>
            <a:miter lim="800000"/>
            <a:headEnd/>
            <a:tailEnd/>
          </a:ln>
        </p:spPr>
        <p:txBody>
          <a:bodyPr lIns="342504" tIns="342504" rIns="342504" bIns="342504"/>
          <a:lstStyle>
            <a:lvl1pPr defTabSz="869950">
              <a:defRPr sz="2400">
                <a:solidFill>
                  <a:schemeClr val="tx1"/>
                </a:solidFill>
                <a:latin typeface="Times New Roman" pitchFamily="18" charset="0"/>
                <a:ea typeface="MS PGothic" pitchFamily="34" charset="-128"/>
              </a:defRPr>
            </a:lvl1pPr>
            <a:lvl2pPr marL="742950" indent="-285750" defTabSz="869950">
              <a:defRPr sz="2400">
                <a:solidFill>
                  <a:schemeClr val="tx1"/>
                </a:solidFill>
                <a:latin typeface="Times New Roman" pitchFamily="18" charset="0"/>
                <a:ea typeface="MS PGothic" pitchFamily="34" charset="-128"/>
              </a:defRPr>
            </a:lvl2pPr>
            <a:lvl3pPr marL="1143000" indent="-228600" defTabSz="869950">
              <a:defRPr sz="2400">
                <a:solidFill>
                  <a:schemeClr val="tx1"/>
                </a:solidFill>
                <a:latin typeface="Times New Roman" pitchFamily="18" charset="0"/>
                <a:ea typeface="MS PGothic" pitchFamily="34" charset="-128"/>
              </a:defRPr>
            </a:lvl3pPr>
            <a:lvl4pPr marL="1600200" indent="-228600" defTabSz="869950">
              <a:defRPr sz="2400">
                <a:solidFill>
                  <a:schemeClr val="tx1"/>
                </a:solidFill>
                <a:latin typeface="Times New Roman" pitchFamily="18" charset="0"/>
                <a:ea typeface="MS PGothic" pitchFamily="34" charset="-128"/>
              </a:defRPr>
            </a:lvl4pPr>
            <a:lvl5pPr marL="2057400" indent="-228600" defTabSz="869950">
              <a:defRPr sz="2400">
                <a:solidFill>
                  <a:schemeClr val="tx1"/>
                </a:solidFill>
                <a:latin typeface="Times New Roman" pitchFamily="18" charset="0"/>
                <a:ea typeface="MS PGothic" pitchFamily="34" charset="-128"/>
              </a:defRPr>
            </a:lvl5pPr>
            <a:lvl6pPr marL="25146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spcBef>
                <a:spcPct val="40000"/>
              </a:spcBef>
            </a:pPr>
            <a:r>
              <a:rPr lang="en-AU" altLang="en-US" sz="3200" b="1" dirty="0">
                <a:solidFill>
                  <a:srgbClr val="464646"/>
                </a:solidFill>
                <a:latin typeface="Calibri" charset="0"/>
                <a:ea typeface="Calibri" charset="0"/>
                <a:cs typeface="Calibri" charset="0"/>
              </a:rPr>
              <a:t>Body text: </a:t>
            </a:r>
            <a:r>
              <a:rPr lang="en-AU" altLang="en-US" sz="3200" dirty="0">
                <a:solidFill>
                  <a:srgbClr val="464646"/>
                </a:solidFill>
                <a:latin typeface="Calibri" charset="0"/>
                <a:ea typeface="Calibri" charset="0"/>
                <a:cs typeface="Calibri" charset="0"/>
              </a:rPr>
              <a:t>Calibri 32pt minimum.</a:t>
            </a:r>
          </a:p>
          <a:p>
            <a:pPr>
              <a:spcBef>
                <a:spcPct val="40000"/>
              </a:spcBef>
            </a:pPr>
            <a:r>
              <a:rPr lang="en-US" altLang="en-US" sz="3200" dirty="0">
                <a:solidFill>
                  <a:srgbClr val="464646"/>
                </a:solidFill>
                <a:latin typeface="Calibri" charset="0"/>
                <a:ea typeface="Calibri" charset="0"/>
                <a:cs typeface="Calibri" charset="0"/>
              </a:rPr>
              <a:t>Avoid drop shadows, outlines and other text effects.</a:t>
            </a:r>
            <a:endParaRPr lang="en-AU" altLang="en-US" sz="3200" dirty="0">
              <a:solidFill>
                <a:srgbClr val="464646"/>
              </a:solidFill>
              <a:latin typeface="Calibri" charset="0"/>
              <a:ea typeface="Calibri" charset="0"/>
              <a:cs typeface="Calibri" charset="0"/>
            </a:endParaRPr>
          </a:p>
        </p:txBody>
      </p:sp>
      <p:sp>
        <p:nvSpPr>
          <p:cNvPr id="96" name="Rectangle 38"/>
          <p:cNvSpPr>
            <a:spLocks noChangeArrowheads="1"/>
          </p:cNvSpPr>
          <p:nvPr/>
        </p:nvSpPr>
        <p:spPr bwMode="auto">
          <a:xfrm>
            <a:off x="32219087" y="26082982"/>
            <a:ext cx="10008000" cy="1440000"/>
          </a:xfrm>
          <a:prstGeom prst="rect">
            <a:avLst/>
          </a:prstGeom>
          <a:solidFill>
            <a:srgbClr val="D1E2F2"/>
          </a:solidFill>
          <a:ln w="12700">
            <a:noFill/>
            <a:miter lim="800000"/>
            <a:headEnd/>
            <a:tailEnd/>
          </a:ln>
          <a:effectLst/>
        </p:spPr>
        <p:txBody>
          <a:bodyPr lIns="342504" tIns="342504" rIns="342504" bIns="342504" anchor="ctr"/>
          <a:lstStyle/>
          <a:p>
            <a:pPr defTabSz="869950">
              <a:spcBef>
                <a:spcPct val="50000"/>
              </a:spcBef>
            </a:pPr>
            <a:r>
              <a:rPr lang="en-GB" altLang="en-US" sz="5400" b="1" dirty="0">
                <a:solidFill>
                  <a:srgbClr val="4365E2"/>
                </a:solidFill>
                <a:latin typeface="Calibri" charset="0"/>
                <a:ea typeface="Calibri" charset="0"/>
                <a:cs typeface="Calibri" charset="0"/>
              </a:rPr>
              <a:t>Acknowledgements</a:t>
            </a:r>
          </a:p>
        </p:txBody>
      </p:sp>
      <p:sp>
        <p:nvSpPr>
          <p:cNvPr id="97" name="Rectangle 7"/>
          <p:cNvSpPr>
            <a:spLocks noChangeArrowheads="1"/>
          </p:cNvSpPr>
          <p:nvPr/>
        </p:nvSpPr>
        <p:spPr bwMode="auto">
          <a:xfrm>
            <a:off x="21671087" y="9333393"/>
            <a:ext cx="10008000" cy="7858157"/>
          </a:xfrm>
          <a:prstGeom prst="rect">
            <a:avLst/>
          </a:prstGeom>
          <a:solidFill>
            <a:srgbClr val="FFFFFF"/>
          </a:solidFill>
          <a:ln w="12700">
            <a:solidFill>
              <a:srgbClr val="DDD9D6"/>
            </a:solidFill>
            <a:miter lim="800000"/>
            <a:headEnd/>
            <a:tailEnd/>
          </a:ln>
          <a:effectLst/>
        </p:spPr>
        <p:txBody>
          <a:bodyPr lIns="342504" tIns="342504" rIns="342504" bIns="342504"/>
          <a:lstStyle>
            <a:lvl1pPr defTabSz="869950">
              <a:defRPr sz="2400">
                <a:solidFill>
                  <a:schemeClr val="tx1"/>
                </a:solidFill>
                <a:latin typeface="Times New Roman" pitchFamily="18" charset="0"/>
                <a:ea typeface="MS PGothic" pitchFamily="34" charset="-128"/>
              </a:defRPr>
            </a:lvl1pPr>
            <a:lvl2pPr marL="742950" indent="-285750" defTabSz="869950">
              <a:defRPr sz="2400">
                <a:solidFill>
                  <a:schemeClr val="tx1"/>
                </a:solidFill>
                <a:latin typeface="Times New Roman" pitchFamily="18" charset="0"/>
                <a:ea typeface="MS PGothic" pitchFamily="34" charset="-128"/>
              </a:defRPr>
            </a:lvl2pPr>
            <a:lvl3pPr marL="1143000" indent="-228600" defTabSz="869950">
              <a:defRPr sz="2400">
                <a:solidFill>
                  <a:schemeClr val="tx1"/>
                </a:solidFill>
                <a:latin typeface="Times New Roman" pitchFamily="18" charset="0"/>
                <a:ea typeface="MS PGothic" pitchFamily="34" charset="-128"/>
              </a:defRPr>
            </a:lvl3pPr>
            <a:lvl4pPr marL="1600200" indent="-228600" defTabSz="869950">
              <a:defRPr sz="2400">
                <a:solidFill>
                  <a:schemeClr val="tx1"/>
                </a:solidFill>
                <a:latin typeface="Times New Roman" pitchFamily="18" charset="0"/>
                <a:ea typeface="MS PGothic" pitchFamily="34" charset="-128"/>
              </a:defRPr>
            </a:lvl4pPr>
            <a:lvl5pPr marL="2057400" indent="-228600" defTabSz="869950">
              <a:defRPr sz="2400">
                <a:solidFill>
                  <a:schemeClr val="tx1"/>
                </a:solidFill>
                <a:latin typeface="Times New Roman" pitchFamily="18" charset="0"/>
                <a:ea typeface="MS PGothic" pitchFamily="34" charset="-128"/>
              </a:defRPr>
            </a:lvl5pPr>
            <a:lvl6pPr marL="25146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spcBef>
                <a:spcPct val="40000"/>
              </a:spcBef>
            </a:pPr>
            <a:r>
              <a:rPr lang="en-AU" altLang="en-US" sz="3200" dirty="0">
                <a:solidFill>
                  <a:srgbClr val="464646"/>
                </a:solidFill>
                <a:latin typeface="Calibri" charset="0"/>
                <a:ea typeface="Calibri" charset="0"/>
                <a:cs typeface="Calibri" charset="0"/>
              </a:rPr>
              <a:t>The user interface was designed to be intuitive and easy to use. A focus on minimalizing input was used to keep user flow simple and to limit the attack surface </a:t>
            </a:r>
          </a:p>
        </p:txBody>
      </p:sp>
      <p:sp>
        <p:nvSpPr>
          <p:cNvPr id="98" name="Rectangle 38"/>
          <p:cNvSpPr>
            <a:spLocks noChangeArrowheads="1"/>
          </p:cNvSpPr>
          <p:nvPr/>
        </p:nvSpPr>
        <p:spPr bwMode="auto">
          <a:xfrm>
            <a:off x="21671087" y="7893393"/>
            <a:ext cx="10008000" cy="1440000"/>
          </a:xfrm>
          <a:prstGeom prst="rect">
            <a:avLst/>
          </a:prstGeom>
          <a:solidFill>
            <a:srgbClr val="FFFFFF"/>
          </a:solidFill>
          <a:ln w="12700">
            <a:solidFill>
              <a:srgbClr val="DDD9D6"/>
            </a:solidFill>
            <a:miter lim="800000"/>
            <a:headEnd/>
            <a:tailEnd/>
          </a:ln>
          <a:effectLst/>
        </p:spPr>
        <p:txBody>
          <a:bodyPr lIns="342504" tIns="342504" rIns="342504" bIns="342504" anchor="ctr"/>
          <a:lstStyle/>
          <a:p>
            <a:pPr defTabSz="869950">
              <a:spcBef>
                <a:spcPct val="50000"/>
              </a:spcBef>
            </a:pPr>
            <a:r>
              <a:rPr lang="en-GB" altLang="en-US" sz="5400" b="1" dirty="0">
                <a:solidFill>
                  <a:srgbClr val="4365E2"/>
                </a:solidFill>
                <a:latin typeface="Calibri" charset="0"/>
                <a:ea typeface="Calibri" charset="0"/>
                <a:cs typeface="Calibri" charset="0"/>
              </a:rPr>
              <a:t>User Interface</a:t>
            </a:r>
          </a:p>
        </p:txBody>
      </p:sp>
      <p:sp>
        <p:nvSpPr>
          <p:cNvPr id="100" name="Rectangle 7"/>
          <p:cNvSpPr>
            <a:spLocks noChangeArrowheads="1"/>
          </p:cNvSpPr>
          <p:nvPr/>
        </p:nvSpPr>
        <p:spPr bwMode="auto">
          <a:xfrm>
            <a:off x="11123087" y="19050495"/>
            <a:ext cx="20556000" cy="10794505"/>
          </a:xfrm>
          <a:prstGeom prst="rect">
            <a:avLst/>
          </a:prstGeom>
          <a:solidFill>
            <a:srgbClr val="FFFFFF"/>
          </a:solidFill>
          <a:ln w="12700">
            <a:solidFill>
              <a:srgbClr val="DDD9D6"/>
            </a:solidFill>
            <a:miter lim="800000"/>
            <a:headEnd/>
            <a:tailEnd/>
          </a:ln>
        </p:spPr>
        <p:txBody>
          <a:bodyPr lIns="342504" tIns="342504" rIns="342504" bIns="342504"/>
          <a:lstStyle>
            <a:lvl1pPr defTabSz="869950">
              <a:defRPr sz="2400">
                <a:solidFill>
                  <a:schemeClr val="tx1"/>
                </a:solidFill>
                <a:latin typeface="Times New Roman" pitchFamily="18" charset="0"/>
                <a:ea typeface="MS PGothic" pitchFamily="34" charset="-128"/>
              </a:defRPr>
            </a:lvl1pPr>
            <a:lvl2pPr marL="742950" indent="-285750" defTabSz="869950">
              <a:defRPr sz="2400">
                <a:solidFill>
                  <a:schemeClr val="tx1"/>
                </a:solidFill>
                <a:latin typeface="Times New Roman" pitchFamily="18" charset="0"/>
                <a:ea typeface="MS PGothic" pitchFamily="34" charset="-128"/>
              </a:defRPr>
            </a:lvl2pPr>
            <a:lvl3pPr marL="1143000" indent="-228600" defTabSz="869950">
              <a:defRPr sz="2400">
                <a:solidFill>
                  <a:schemeClr val="tx1"/>
                </a:solidFill>
                <a:latin typeface="Times New Roman" pitchFamily="18" charset="0"/>
                <a:ea typeface="MS PGothic" pitchFamily="34" charset="-128"/>
              </a:defRPr>
            </a:lvl3pPr>
            <a:lvl4pPr marL="1600200" indent="-228600" defTabSz="869950">
              <a:defRPr sz="2400">
                <a:solidFill>
                  <a:schemeClr val="tx1"/>
                </a:solidFill>
                <a:latin typeface="Times New Roman" pitchFamily="18" charset="0"/>
                <a:ea typeface="MS PGothic" pitchFamily="34" charset="-128"/>
              </a:defRPr>
            </a:lvl4pPr>
            <a:lvl5pPr marL="2057400" indent="-228600" defTabSz="869950">
              <a:defRPr sz="2400">
                <a:solidFill>
                  <a:schemeClr val="tx1"/>
                </a:solidFill>
                <a:latin typeface="Times New Roman" pitchFamily="18" charset="0"/>
                <a:ea typeface="MS PGothic" pitchFamily="34" charset="-128"/>
              </a:defRPr>
            </a:lvl5pPr>
            <a:lvl6pPr marL="25146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GB" sz="3600" b="1" dirty="0">
                <a:latin typeface="Calibri" panose="020F0502020204030204" pitchFamily="34" charset="0"/>
                <a:cs typeface="Calibri" panose="020F0502020204030204" pitchFamily="34" charset="0"/>
              </a:rPr>
              <a:t>Database</a:t>
            </a:r>
            <a:endParaRPr lang="en-GB" sz="36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Voter anonymity enforced structurally as a vote record holds zero reference to voter identity</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Every voter’s information and fingerprint is encrypted individually using AES-256-GCM</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Voter lookup performed without ever exposing plaintext personal data using SDI</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SDI probability of collision is 2.4×10⁻²¹ effectively eliminating duplicate identity risk</a:t>
            </a:r>
          </a:p>
          <a:p>
            <a:r>
              <a:rPr lang="en-GB" sz="3600" b="1" dirty="0">
                <a:latin typeface="Calibri" panose="020F0502020204030204" pitchFamily="34" charset="0"/>
                <a:cs typeface="Calibri" panose="020F0502020204030204" pitchFamily="34" charset="0"/>
              </a:rPr>
              <a:t>Server</a:t>
            </a:r>
            <a:endParaRPr lang="en-GB" sz="36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Hosted on AWS EC2 with all encryption secrets stored in AWS Secrets Manager</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Server EC2 instance is exclusively able to access encryption secrets</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Channels scoped by county and constituency </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Sever EC2 instance is the only IP the database is permitted to communicate </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Creates JWT tokens that live for 8 hours which is the expected polling station opening times</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Potential identical twin issue handled by multiple row fingerprint comparisons </a:t>
            </a:r>
          </a:p>
          <a:p>
            <a:pPr marL="571500" indent="-571500">
              <a:buFont typeface="Arial" panose="020B0604020202020204" pitchFamily="34" charset="0"/>
              <a:buChar char="•"/>
            </a:pPr>
            <a:r>
              <a:rPr lang="en-GB" sz="3600" dirty="0" err="1">
                <a:latin typeface="Calibri" panose="020F0502020204030204" pitchFamily="34" charset="0"/>
                <a:cs typeface="Calibri" panose="020F0502020204030204" pitchFamily="34" charset="0"/>
              </a:rPr>
              <a:t>SourceAFIS</a:t>
            </a:r>
            <a:r>
              <a:rPr lang="en-GB" sz="3600" dirty="0">
                <a:latin typeface="Calibri" panose="020F0502020204030204" pitchFamily="34" charset="0"/>
                <a:cs typeface="Calibri" panose="020F0502020204030204" pitchFamily="34" charset="0"/>
              </a:rPr>
              <a:t> was used for fingerprint image comparison </a:t>
            </a:r>
          </a:p>
          <a:p>
            <a:r>
              <a:rPr lang="en-GB" sz="3600" b="1" dirty="0">
                <a:latin typeface="Calibri" panose="020F0502020204030204" pitchFamily="34" charset="0"/>
                <a:cs typeface="Calibri" panose="020F0502020204030204" pitchFamily="34" charset="0"/>
              </a:rPr>
              <a:t>Client Applications</a:t>
            </a:r>
            <a:endParaRPr lang="en-GB" sz="36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Cross platform desktop apps built in Avalonia UI, running on Windows and macOS</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MVVM architecture for clean separated logic between User Interface and logic </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Scanners Software Development Kit limited to Windows, Linux and Android </a:t>
            </a: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Status update are sent constantly between voter devices and official </a:t>
            </a:r>
          </a:p>
          <a:p>
            <a:pPr marL="571500" indent="-571500">
              <a:buFont typeface="Arial" panose="020B0604020202020204" pitchFamily="34" charset="0"/>
              <a:buChar char="•"/>
            </a:pPr>
            <a:endParaRPr lang="en-GB" sz="36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endParaRPr lang="en-GB" sz="36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endParaRPr lang="en-GB" sz="36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endParaRPr lang="en-GB" sz="3600" dirty="0">
              <a:latin typeface="Calibri" panose="020F0502020204030204" pitchFamily="34" charset="0"/>
              <a:cs typeface="Calibri" panose="020F0502020204030204" pitchFamily="34" charset="0"/>
            </a:endParaRPr>
          </a:p>
          <a:p>
            <a:pPr marL="571500" indent="-571500">
              <a:buFont typeface="Arial" panose="020B0604020202020204" pitchFamily="34" charset="0"/>
              <a:buChar char="•"/>
            </a:pPr>
            <a:r>
              <a:rPr lang="en-GB" sz="3600" dirty="0">
                <a:latin typeface="Calibri" panose="020F0502020204030204" pitchFamily="34" charset="0"/>
                <a:cs typeface="Calibri" panose="020F0502020204030204" pitchFamily="34" charset="0"/>
              </a:rPr>
              <a:t>NOT FINISHED CHUMP</a:t>
            </a:r>
          </a:p>
        </p:txBody>
      </p:sp>
      <p:sp>
        <p:nvSpPr>
          <p:cNvPr id="101" name="Rectangle 38"/>
          <p:cNvSpPr>
            <a:spLocks noChangeArrowheads="1"/>
          </p:cNvSpPr>
          <p:nvPr/>
        </p:nvSpPr>
        <p:spPr bwMode="auto">
          <a:xfrm>
            <a:off x="11123087" y="17424383"/>
            <a:ext cx="20556000" cy="1626111"/>
          </a:xfrm>
          <a:prstGeom prst="rect">
            <a:avLst/>
          </a:prstGeom>
          <a:solidFill>
            <a:srgbClr val="FFFFFF"/>
          </a:solidFill>
          <a:ln w="12700">
            <a:solidFill>
              <a:srgbClr val="DDD9D6"/>
            </a:solidFill>
            <a:miter lim="800000"/>
            <a:headEnd/>
            <a:tailEnd/>
          </a:ln>
          <a:effectLst/>
        </p:spPr>
        <p:txBody>
          <a:bodyPr lIns="342504" tIns="342504" rIns="342504" bIns="342504" anchor="ctr"/>
          <a:lstStyle/>
          <a:p>
            <a:pPr defTabSz="869950">
              <a:spcBef>
                <a:spcPct val="50000"/>
              </a:spcBef>
            </a:pPr>
            <a:r>
              <a:rPr lang="en-GB" altLang="en-US" sz="5400" b="1" dirty="0">
                <a:solidFill>
                  <a:srgbClr val="4365E2"/>
                </a:solidFill>
                <a:latin typeface="Calibri" charset="0"/>
                <a:ea typeface="Calibri" charset="0"/>
                <a:cs typeface="Calibri" charset="0"/>
              </a:rPr>
              <a:t>Implementation</a:t>
            </a:r>
          </a:p>
        </p:txBody>
      </p:sp>
      <p:sp>
        <p:nvSpPr>
          <p:cNvPr id="102" name="Rectangle 7"/>
          <p:cNvSpPr>
            <a:spLocks noChangeArrowheads="1"/>
          </p:cNvSpPr>
          <p:nvPr/>
        </p:nvSpPr>
        <p:spPr bwMode="auto">
          <a:xfrm>
            <a:off x="32219087" y="9333394"/>
            <a:ext cx="10008000" cy="16245372"/>
          </a:xfrm>
          <a:prstGeom prst="rect">
            <a:avLst/>
          </a:prstGeom>
          <a:solidFill>
            <a:srgbClr val="C4EBD0"/>
          </a:solidFill>
          <a:ln w="12700">
            <a:noFill/>
            <a:miter lim="800000"/>
            <a:headEnd/>
            <a:tailEnd/>
          </a:ln>
        </p:spPr>
        <p:txBody>
          <a:bodyPr lIns="342504" tIns="342504" rIns="342504" bIns="342504"/>
          <a:lstStyle>
            <a:lvl1pPr defTabSz="869950">
              <a:defRPr sz="2400">
                <a:solidFill>
                  <a:schemeClr val="tx1"/>
                </a:solidFill>
                <a:latin typeface="Times New Roman" pitchFamily="18" charset="0"/>
                <a:ea typeface="MS PGothic" pitchFamily="34" charset="-128"/>
              </a:defRPr>
            </a:lvl1pPr>
            <a:lvl2pPr marL="742950" indent="-285750" defTabSz="869950">
              <a:defRPr sz="2400">
                <a:solidFill>
                  <a:schemeClr val="tx1"/>
                </a:solidFill>
                <a:latin typeface="Times New Roman" pitchFamily="18" charset="0"/>
                <a:ea typeface="MS PGothic" pitchFamily="34" charset="-128"/>
              </a:defRPr>
            </a:lvl2pPr>
            <a:lvl3pPr marL="1143000" indent="-228600" defTabSz="869950">
              <a:defRPr sz="2400">
                <a:solidFill>
                  <a:schemeClr val="tx1"/>
                </a:solidFill>
                <a:latin typeface="Times New Roman" pitchFamily="18" charset="0"/>
                <a:ea typeface="MS PGothic" pitchFamily="34" charset="-128"/>
              </a:defRPr>
            </a:lvl3pPr>
            <a:lvl4pPr marL="1600200" indent="-228600" defTabSz="869950">
              <a:defRPr sz="2400">
                <a:solidFill>
                  <a:schemeClr val="tx1"/>
                </a:solidFill>
                <a:latin typeface="Times New Roman" pitchFamily="18" charset="0"/>
                <a:ea typeface="MS PGothic" pitchFamily="34" charset="-128"/>
              </a:defRPr>
            </a:lvl4pPr>
            <a:lvl5pPr marL="2057400" indent="-228600" defTabSz="869950">
              <a:defRPr sz="2400">
                <a:solidFill>
                  <a:schemeClr val="tx1"/>
                </a:solidFill>
                <a:latin typeface="Times New Roman" pitchFamily="18" charset="0"/>
                <a:ea typeface="MS PGothic" pitchFamily="34" charset="-128"/>
              </a:defRPr>
            </a:lvl5pPr>
            <a:lvl6pPr marL="25146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r>
              <a:rPr lang="en-GB" sz="3600" b="1" dirty="0">
                <a:latin typeface="Calibri" panose="020F0502020204030204" pitchFamily="34" charset="0"/>
                <a:cs typeface="Calibri" panose="020F0502020204030204" pitchFamily="34" charset="0"/>
              </a:rPr>
              <a:t>Evaluation of the Methodology</a:t>
            </a:r>
            <a:endParaRPr lang="en-GB" sz="3600" dirty="0">
              <a:latin typeface="Calibri" panose="020F0502020204030204" pitchFamily="34" charset="0"/>
              <a:cs typeface="Calibri" panose="020F0502020204030204" pitchFamily="34" charset="0"/>
            </a:endParaRPr>
          </a:p>
          <a:p>
            <a:r>
              <a:rPr lang="en-GB" sz="3200" dirty="0">
                <a:latin typeface="Calibri" panose="020F0502020204030204" pitchFamily="34" charset="0"/>
                <a:cs typeface="Calibri" panose="020F0502020204030204" pitchFamily="34" charset="0"/>
              </a:rPr>
              <a:t>The loose Agile approach proved well suited to solo development, allowing requirements to evolve without disrupting overall progress. The </a:t>
            </a:r>
            <a:r>
              <a:rPr lang="en-GB" sz="3200" dirty="0" err="1">
                <a:latin typeface="Calibri" panose="020F0502020204030204" pitchFamily="34" charset="0"/>
                <a:cs typeface="Calibri" panose="020F0502020204030204" pitchFamily="34" charset="0"/>
              </a:rPr>
              <a:t>MoSCoW</a:t>
            </a:r>
            <a:r>
              <a:rPr lang="en-GB" sz="3200" dirty="0">
                <a:latin typeface="Calibri" panose="020F0502020204030204" pitchFamily="34" charset="0"/>
                <a:cs typeface="Calibri" panose="020F0502020204030204" pitchFamily="34" charset="0"/>
              </a:rPr>
              <a:t> framework ensured core functionality was prioritised from the outset, and iterative supervisor meetings provided structured checkpoints throughout. Its greatest strength was demonstrated when the architectural switch from HTTP polling to </a:t>
            </a:r>
            <a:r>
              <a:rPr lang="en-GB" sz="3200" dirty="0" err="1">
                <a:latin typeface="Calibri" panose="020F0502020204030204" pitchFamily="34" charset="0"/>
                <a:cs typeface="Calibri" panose="020F0502020204030204" pitchFamily="34" charset="0"/>
              </a:rPr>
              <a:t>SignalR</a:t>
            </a:r>
            <a:r>
              <a:rPr lang="en-GB" sz="3200" dirty="0">
                <a:latin typeface="Calibri" panose="020F0502020204030204" pitchFamily="34" charset="0"/>
                <a:cs typeface="Calibri" panose="020F0502020204030204" pitchFamily="34" charset="0"/>
              </a:rPr>
              <a:t> was absorbed mid-project without significant disruption to the broader timeline.</a:t>
            </a:r>
          </a:p>
          <a:p>
            <a:endParaRPr lang="en-GB" sz="3200" dirty="0">
              <a:latin typeface="Calibri" panose="020F0502020204030204" pitchFamily="34" charset="0"/>
              <a:cs typeface="Calibri" panose="020F0502020204030204" pitchFamily="34" charset="0"/>
            </a:endParaRPr>
          </a:p>
          <a:p>
            <a:r>
              <a:rPr lang="en-GB" sz="3600" b="1" dirty="0">
                <a:latin typeface="Calibri" panose="020F0502020204030204" pitchFamily="34" charset="0"/>
                <a:cs typeface="Calibri" panose="020F0502020204030204" pitchFamily="34" charset="0"/>
              </a:rPr>
              <a:t>Evaluation of the System</a:t>
            </a:r>
            <a:endParaRPr lang="en-GB" sz="3600" dirty="0">
              <a:latin typeface="Calibri" panose="020F0502020204030204" pitchFamily="34" charset="0"/>
              <a:cs typeface="Calibri" panose="020F0502020204030204" pitchFamily="34" charset="0"/>
            </a:endParaRPr>
          </a:p>
          <a:p>
            <a:r>
              <a:rPr lang="en-GB" sz="3200" dirty="0">
                <a:latin typeface="Calibri" panose="020F0502020204030204" pitchFamily="34" charset="0"/>
                <a:cs typeface="Calibri" panose="020F0502020204030204" pitchFamily="34" charset="0"/>
              </a:rPr>
              <a:t>The system successfully delivers fingerprint authenticated voting with structural ballot anonymity. Both rounds of user evaluation confirmed the voting process is intuitive, and the Official App improved significantly following the redesign. Key limitations remain around GDPR compliant data retention, macOS scanner compatibility, and server scalability beyond 1,000 concurrent connections.</a:t>
            </a:r>
          </a:p>
          <a:p>
            <a:endParaRPr lang="en-GB" sz="3200" dirty="0">
              <a:latin typeface="Calibri" panose="020F0502020204030204" pitchFamily="34" charset="0"/>
              <a:cs typeface="Calibri" panose="020F0502020204030204" pitchFamily="34" charset="0"/>
            </a:endParaRPr>
          </a:p>
          <a:p>
            <a:r>
              <a:rPr lang="en-GB" sz="3600" b="1" dirty="0">
                <a:latin typeface="Calibri" panose="020F0502020204030204" pitchFamily="34" charset="0"/>
                <a:cs typeface="Calibri" panose="020F0502020204030204" pitchFamily="34" charset="0"/>
              </a:rPr>
              <a:t>Conclusion</a:t>
            </a:r>
            <a:endParaRPr lang="en-GB" sz="3600" dirty="0">
              <a:latin typeface="Calibri" panose="020F0502020204030204" pitchFamily="34" charset="0"/>
              <a:cs typeface="Calibri" panose="020F0502020204030204" pitchFamily="34" charset="0"/>
            </a:endParaRPr>
          </a:p>
          <a:p>
            <a:r>
              <a:rPr lang="en-GB" sz="3200" dirty="0">
                <a:latin typeface="Calibri" panose="020F0502020204030204" pitchFamily="34" charset="0"/>
                <a:cs typeface="Calibri" panose="020F0502020204030204" pitchFamily="34" charset="0"/>
              </a:rPr>
              <a:t>This project successfully demonstrated that a fingerprint authenticated E-voting system can address the structural weaknesses of the UK's paper based voting process. Ballot anonymity is enforced by design, voter identity is verified without forgeable identifiers, and results are produced instantly. While accessibility, scalability, and GDPR-compliant data retention require further development, the system presents a credible and secure foundation for biometric e-voting in the UK.</a:t>
            </a:r>
          </a:p>
          <a:p>
            <a:pPr>
              <a:spcBef>
                <a:spcPct val="40000"/>
              </a:spcBef>
            </a:pPr>
            <a:endParaRPr lang="en-AU" altLang="en-US" sz="3200" dirty="0">
              <a:solidFill>
                <a:srgbClr val="464646"/>
              </a:solidFill>
              <a:latin typeface="Calibri" panose="020F0502020204030204" pitchFamily="34" charset="0"/>
              <a:ea typeface="Calibri" charset="0"/>
              <a:cs typeface="Calibri" panose="020F0502020204030204" pitchFamily="34" charset="0"/>
            </a:endParaRPr>
          </a:p>
        </p:txBody>
      </p:sp>
      <p:sp>
        <p:nvSpPr>
          <p:cNvPr id="103" name="Rectangle 38"/>
          <p:cNvSpPr>
            <a:spLocks noChangeArrowheads="1"/>
          </p:cNvSpPr>
          <p:nvPr/>
        </p:nvSpPr>
        <p:spPr bwMode="auto">
          <a:xfrm>
            <a:off x="32219087" y="7893393"/>
            <a:ext cx="10008000" cy="1440000"/>
          </a:xfrm>
          <a:prstGeom prst="rect">
            <a:avLst/>
          </a:prstGeom>
          <a:solidFill>
            <a:srgbClr val="C4EBD0"/>
          </a:solidFill>
          <a:ln w="12700">
            <a:noFill/>
            <a:miter lim="800000"/>
            <a:headEnd/>
            <a:tailEnd/>
          </a:ln>
          <a:effectLst/>
        </p:spPr>
        <p:txBody>
          <a:bodyPr lIns="342504" tIns="342504" rIns="342504" bIns="342504" anchor="ctr"/>
          <a:lstStyle/>
          <a:p>
            <a:pPr defTabSz="869950">
              <a:spcBef>
                <a:spcPct val="50000"/>
              </a:spcBef>
            </a:pPr>
            <a:r>
              <a:rPr lang="en-GB" altLang="en-US" sz="5400" b="1" dirty="0">
                <a:solidFill>
                  <a:srgbClr val="4365E2"/>
                </a:solidFill>
                <a:latin typeface="Calibri" charset="0"/>
                <a:ea typeface="Calibri" charset="0"/>
                <a:cs typeface="Calibri" charset="0"/>
              </a:rPr>
              <a:t>Evaluation and Conclusions</a:t>
            </a:r>
          </a:p>
        </p:txBody>
      </p:sp>
      <p:sp>
        <p:nvSpPr>
          <p:cNvPr id="104" name="Rectangle 103"/>
          <p:cNvSpPr>
            <a:spLocks noChangeArrowheads="1"/>
          </p:cNvSpPr>
          <p:nvPr/>
        </p:nvSpPr>
        <p:spPr bwMode="auto">
          <a:xfrm>
            <a:off x="575087" y="9333393"/>
            <a:ext cx="10008000" cy="10124693"/>
          </a:xfrm>
          <a:prstGeom prst="rect">
            <a:avLst/>
          </a:prstGeom>
          <a:solidFill>
            <a:srgbClr val="DDD9D6"/>
          </a:solidFill>
          <a:ln w="12700">
            <a:noFill/>
            <a:miter lim="800000"/>
            <a:headEnd/>
            <a:tailEnd/>
          </a:ln>
          <a:effectLst/>
        </p:spPr>
        <p:txBody>
          <a:bodyPr lIns="342504" tIns="342504" rIns="342504" bIns="342504"/>
          <a:lstStyle>
            <a:lvl1pPr defTabSz="869950">
              <a:defRPr sz="2400">
                <a:solidFill>
                  <a:schemeClr val="tx1"/>
                </a:solidFill>
                <a:latin typeface="Times New Roman" pitchFamily="18" charset="0"/>
                <a:ea typeface="MS PGothic" pitchFamily="34" charset="-128"/>
              </a:defRPr>
            </a:lvl1pPr>
            <a:lvl2pPr marL="742950" indent="-285750" defTabSz="869950">
              <a:defRPr sz="2400">
                <a:solidFill>
                  <a:schemeClr val="tx1"/>
                </a:solidFill>
                <a:latin typeface="Times New Roman" pitchFamily="18" charset="0"/>
                <a:ea typeface="MS PGothic" pitchFamily="34" charset="-128"/>
              </a:defRPr>
            </a:lvl2pPr>
            <a:lvl3pPr marL="1143000" indent="-228600" defTabSz="869950">
              <a:defRPr sz="2400">
                <a:solidFill>
                  <a:schemeClr val="tx1"/>
                </a:solidFill>
                <a:latin typeface="Times New Roman" pitchFamily="18" charset="0"/>
                <a:ea typeface="MS PGothic" pitchFamily="34" charset="-128"/>
              </a:defRPr>
            </a:lvl3pPr>
            <a:lvl4pPr marL="1600200" indent="-228600" defTabSz="869950">
              <a:defRPr sz="2400">
                <a:solidFill>
                  <a:schemeClr val="tx1"/>
                </a:solidFill>
                <a:latin typeface="Times New Roman" pitchFamily="18" charset="0"/>
                <a:ea typeface="MS PGothic" pitchFamily="34" charset="-128"/>
              </a:defRPr>
            </a:lvl4pPr>
            <a:lvl5pPr marL="2057400" indent="-228600" defTabSz="869950">
              <a:defRPr sz="2400">
                <a:solidFill>
                  <a:schemeClr val="tx1"/>
                </a:solidFill>
                <a:latin typeface="Times New Roman" pitchFamily="18" charset="0"/>
                <a:ea typeface="MS PGothic" pitchFamily="34" charset="-128"/>
              </a:defRPr>
            </a:lvl5pPr>
            <a:lvl6pPr marL="25146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spcBef>
                <a:spcPct val="40000"/>
              </a:spcBef>
            </a:pPr>
            <a:r>
              <a:rPr lang="en-GB" sz="4400" b="1" dirty="0">
                <a:latin typeface="Calibri" panose="020F0502020204030204" pitchFamily="34" charset="0"/>
                <a:cs typeface="Calibri" panose="020F0502020204030204" pitchFamily="34" charset="0"/>
              </a:rPr>
              <a:t>The Problem</a:t>
            </a:r>
          </a:p>
          <a:p>
            <a:pPr>
              <a:spcBef>
                <a:spcPct val="40000"/>
              </a:spcBef>
            </a:pPr>
            <a:r>
              <a:rPr lang="en-GB" sz="4000" dirty="0">
                <a:latin typeface="Calibri" panose="020F0502020204030204" pitchFamily="34" charset="0"/>
                <a:cs typeface="Calibri" panose="020F0502020204030204" pitchFamily="34" charset="0"/>
              </a:rPr>
              <a:t>The UK Voting System still relies on paper ballots and manual counting, a system largely unchanged since 1888. This introduces several well-documented vulnerabilities:</a:t>
            </a:r>
          </a:p>
          <a:p>
            <a:pPr marL="457200" indent="-457200">
              <a:spcBef>
                <a:spcPct val="40000"/>
              </a:spcBef>
              <a:buFont typeface="Arial" panose="020B0604020202020204" pitchFamily="34" charset="0"/>
              <a:buChar char="•"/>
            </a:pPr>
            <a:r>
              <a:rPr lang="en-GB" sz="3600" dirty="0"/>
              <a:t>Voter impersonation is difficult to detect under the current name, address, and signature model</a:t>
            </a:r>
          </a:p>
          <a:p>
            <a:pPr marL="457200" indent="-457200">
              <a:spcBef>
                <a:spcPct val="40000"/>
              </a:spcBef>
              <a:buFont typeface="Arial" panose="020B0604020202020204" pitchFamily="34" charset="0"/>
              <a:buChar char="•"/>
            </a:pPr>
            <a:r>
              <a:rPr lang="en-GB" sz="3600" dirty="0"/>
              <a:t>Ballot tampering risk arises from physical handling during transportation and counting</a:t>
            </a:r>
          </a:p>
          <a:p>
            <a:pPr marL="457200" indent="-457200">
              <a:spcBef>
                <a:spcPct val="40000"/>
              </a:spcBef>
              <a:buFont typeface="Arial" panose="020B0604020202020204" pitchFamily="34" charset="0"/>
              <a:buChar char="•"/>
            </a:pPr>
            <a:r>
              <a:rPr lang="en-GB" sz="3600" dirty="0"/>
              <a:t>Manual counting is slow and costly</a:t>
            </a:r>
          </a:p>
          <a:p>
            <a:pPr marL="457200" indent="-457200">
              <a:spcBef>
                <a:spcPct val="40000"/>
              </a:spcBef>
              <a:buFont typeface="Arial" panose="020B0604020202020204" pitchFamily="34" charset="0"/>
              <a:buChar char="•"/>
            </a:pPr>
            <a:r>
              <a:rPr lang="en-GB" sz="3600" dirty="0"/>
              <a:t>Postal voting carries documented risks of undue influence, language barriers, and misrepresentation</a:t>
            </a:r>
          </a:p>
          <a:p>
            <a:pPr marL="457200" indent="-457200">
              <a:spcBef>
                <a:spcPct val="40000"/>
              </a:spcBef>
              <a:buFont typeface="Arial" panose="020B0604020202020204" pitchFamily="34" charset="0"/>
              <a:buChar char="•"/>
            </a:pPr>
            <a:endParaRPr lang="en-GB" sz="4000" dirty="0"/>
          </a:p>
          <a:p>
            <a:pPr>
              <a:spcBef>
                <a:spcPct val="40000"/>
              </a:spcBef>
            </a:pPr>
            <a:endParaRPr lang="en-GB" sz="3200" dirty="0">
              <a:latin typeface="Calibri" panose="020F0502020204030204" pitchFamily="34" charset="0"/>
              <a:cs typeface="Calibri" panose="020F0502020204030204" pitchFamily="34" charset="0"/>
            </a:endParaRPr>
          </a:p>
          <a:p>
            <a:pPr marL="457200" indent="-457200">
              <a:spcBef>
                <a:spcPct val="40000"/>
              </a:spcBef>
              <a:buFont typeface="Arial" panose="020B0604020202020204" pitchFamily="34" charset="0"/>
              <a:buChar char="•"/>
            </a:pPr>
            <a:endParaRPr lang="en-US" altLang="en-US" dirty="0"/>
          </a:p>
        </p:txBody>
      </p:sp>
      <p:sp>
        <p:nvSpPr>
          <p:cNvPr id="105" name="Rectangle 38"/>
          <p:cNvSpPr>
            <a:spLocks noChangeArrowheads="1"/>
          </p:cNvSpPr>
          <p:nvPr/>
        </p:nvSpPr>
        <p:spPr bwMode="auto">
          <a:xfrm>
            <a:off x="575087" y="7893393"/>
            <a:ext cx="10008000" cy="1440000"/>
          </a:xfrm>
          <a:prstGeom prst="rect">
            <a:avLst/>
          </a:prstGeom>
          <a:solidFill>
            <a:srgbClr val="DDD9D6"/>
          </a:solidFill>
          <a:ln w="9525">
            <a:noFill/>
            <a:miter lim="800000"/>
            <a:headEnd/>
            <a:tailEnd/>
          </a:ln>
          <a:effectLst/>
        </p:spPr>
        <p:txBody>
          <a:bodyPr wrap="none" lIns="342000" tIns="342000" rIns="342000" bIns="342000" anchor="ctr"/>
          <a:lstStyle/>
          <a:p>
            <a:r>
              <a:rPr lang="en-GB" altLang="en-US" sz="5400" b="1" dirty="0">
                <a:solidFill>
                  <a:srgbClr val="4365E2"/>
                </a:solidFill>
                <a:latin typeface="Calibri" charset="0"/>
                <a:ea typeface="Calibri" charset="0"/>
                <a:cs typeface="Calibri" charset="0"/>
              </a:rPr>
              <a:t>Introduction</a:t>
            </a:r>
          </a:p>
        </p:txBody>
      </p:sp>
      <p:sp>
        <p:nvSpPr>
          <p:cNvPr id="106" name="Rectangle 7"/>
          <p:cNvSpPr>
            <a:spLocks noChangeArrowheads="1"/>
          </p:cNvSpPr>
          <p:nvPr/>
        </p:nvSpPr>
        <p:spPr bwMode="auto">
          <a:xfrm>
            <a:off x="11123087" y="9333393"/>
            <a:ext cx="10008000" cy="7858157"/>
          </a:xfrm>
          <a:prstGeom prst="rect">
            <a:avLst/>
          </a:prstGeom>
          <a:solidFill>
            <a:srgbClr val="FFFFFF"/>
          </a:solidFill>
          <a:ln w="12700">
            <a:solidFill>
              <a:srgbClr val="DDD9D6"/>
            </a:solidFill>
            <a:miter lim="800000"/>
            <a:headEnd/>
            <a:tailEnd/>
          </a:ln>
          <a:effectLst/>
        </p:spPr>
        <p:txBody>
          <a:bodyPr lIns="342504" tIns="342504" rIns="342504" bIns="342504"/>
          <a:lstStyle>
            <a:lvl1pPr defTabSz="869950">
              <a:defRPr sz="2400">
                <a:solidFill>
                  <a:schemeClr val="tx1"/>
                </a:solidFill>
                <a:latin typeface="Times New Roman" pitchFamily="18" charset="0"/>
                <a:ea typeface="MS PGothic" pitchFamily="34" charset="-128"/>
              </a:defRPr>
            </a:lvl1pPr>
            <a:lvl2pPr marL="742950" indent="-285750" defTabSz="869950">
              <a:defRPr sz="2400">
                <a:solidFill>
                  <a:schemeClr val="tx1"/>
                </a:solidFill>
                <a:latin typeface="Times New Roman" pitchFamily="18" charset="0"/>
                <a:ea typeface="MS PGothic" pitchFamily="34" charset="-128"/>
              </a:defRPr>
            </a:lvl2pPr>
            <a:lvl3pPr marL="1143000" indent="-228600" defTabSz="869950">
              <a:defRPr sz="2400">
                <a:solidFill>
                  <a:schemeClr val="tx1"/>
                </a:solidFill>
                <a:latin typeface="Times New Roman" pitchFamily="18" charset="0"/>
                <a:ea typeface="MS PGothic" pitchFamily="34" charset="-128"/>
              </a:defRPr>
            </a:lvl3pPr>
            <a:lvl4pPr marL="1600200" indent="-228600" defTabSz="869950">
              <a:defRPr sz="2400">
                <a:solidFill>
                  <a:schemeClr val="tx1"/>
                </a:solidFill>
                <a:latin typeface="Times New Roman" pitchFamily="18" charset="0"/>
                <a:ea typeface="MS PGothic" pitchFamily="34" charset="-128"/>
              </a:defRPr>
            </a:lvl4pPr>
            <a:lvl5pPr marL="2057400" indent="-228600" defTabSz="869950">
              <a:defRPr sz="2400">
                <a:solidFill>
                  <a:schemeClr val="tx1"/>
                </a:solidFill>
                <a:latin typeface="Times New Roman" pitchFamily="18" charset="0"/>
                <a:ea typeface="MS PGothic" pitchFamily="34" charset="-128"/>
              </a:defRPr>
            </a:lvl5pPr>
            <a:lvl6pPr marL="25146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spcBef>
                <a:spcPct val="40000"/>
              </a:spcBef>
            </a:pPr>
            <a:endParaRPr lang="en-GB" altLang="en-US" sz="3200" dirty="0">
              <a:solidFill>
                <a:srgbClr val="464646"/>
              </a:solidFill>
              <a:latin typeface="Calibri" charset="0"/>
              <a:ea typeface="Calibri" charset="0"/>
              <a:cs typeface="Calibri" charset="0"/>
            </a:endParaRPr>
          </a:p>
        </p:txBody>
      </p:sp>
      <p:sp>
        <p:nvSpPr>
          <p:cNvPr id="107" name="Rectangle 38"/>
          <p:cNvSpPr>
            <a:spLocks noChangeArrowheads="1"/>
          </p:cNvSpPr>
          <p:nvPr/>
        </p:nvSpPr>
        <p:spPr bwMode="auto">
          <a:xfrm>
            <a:off x="11123087" y="7893393"/>
            <a:ext cx="10008000" cy="1440000"/>
          </a:xfrm>
          <a:prstGeom prst="rect">
            <a:avLst/>
          </a:prstGeom>
          <a:solidFill>
            <a:srgbClr val="FFFFFF"/>
          </a:solidFill>
          <a:ln w="12700">
            <a:solidFill>
              <a:srgbClr val="DDD9D6"/>
            </a:solidFill>
            <a:miter lim="800000"/>
            <a:headEnd/>
            <a:tailEnd/>
          </a:ln>
          <a:effectLst/>
        </p:spPr>
        <p:txBody>
          <a:bodyPr lIns="342504" tIns="342504" rIns="342504" bIns="342504" anchor="ctr"/>
          <a:lstStyle/>
          <a:p>
            <a:pPr defTabSz="869950">
              <a:spcBef>
                <a:spcPct val="50000"/>
              </a:spcBef>
            </a:pPr>
            <a:r>
              <a:rPr lang="en-GB" altLang="en-US" sz="5400" b="1" dirty="0">
                <a:solidFill>
                  <a:srgbClr val="4365E2"/>
                </a:solidFill>
                <a:latin typeface="Calibri" charset="0"/>
                <a:ea typeface="Calibri" charset="0"/>
                <a:cs typeface="Calibri" charset="0"/>
              </a:rPr>
              <a:t>Biometric Technology</a:t>
            </a:r>
          </a:p>
        </p:txBody>
      </p:sp>
      <p:sp>
        <p:nvSpPr>
          <p:cNvPr id="190" name="TextBox 189"/>
          <p:cNvSpPr txBox="1"/>
          <p:nvPr/>
        </p:nvSpPr>
        <p:spPr>
          <a:xfrm>
            <a:off x="22077631" y="16405368"/>
            <a:ext cx="9309501" cy="492443"/>
          </a:xfrm>
          <a:prstGeom prst="rect">
            <a:avLst/>
          </a:prstGeom>
          <a:noFill/>
        </p:spPr>
        <p:txBody>
          <a:bodyPr wrap="square" rtlCol="0">
            <a:spAutoFit/>
          </a:bodyPr>
          <a:lstStyle/>
          <a:p>
            <a:r>
              <a:rPr lang="en-US" sz="2600" i="1" dirty="0">
                <a:solidFill>
                  <a:srgbClr val="464646"/>
                </a:solidFill>
                <a:latin typeface="Calibri" charset="0"/>
                <a:ea typeface="Calibri" charset="0"/>
                <a:cs typeface="Calibri" charset="0"/>
              </a:rPr>
              <a:t>Vote Type Selection Screen From Secure Vote App</a:t>
            </a:r>
          </a:p>
        </p:txBody>
      </p:sp>
      <p:sp>
        <p:nvSpPr>
          <p:cNvPr id="64" name="TextBox 63"/>
          <p:cNvSpPr txBox="1"/>
          <p:nvPr/>
        </p:nvSpPr>
        <p:spPr>
          <a:xfrm>
            <a:off x="1481720" y="4984057"/>
            <a:ext cx="27337406" cy="1969770"/>
          </a:xfrm>
          <a:prstGeom prst="rect">
            <a:avLst/>
          </a:prstGeom>
          <a:noFill/>
        </p:spPr>
        <p:txBody>
          <a:bodyPr wrap="square" lIns="0" tIns="0" rIns="0" bIns="0" rtlCol="0">
            <a:spAutoFit/>
          </a:bodyPr>
          <a:lstStyle/>
          <a:p>
            <a:pPr fontAlgn="t">
              <a:spcAft>
                <a:spcPts val="1200"/>
              </a:spcAft>
            </a:pPr>
            <a:r>
              <a:rPr lang="en-GB" sz="8200" b="1" dirty="0">
                <a:solidFill>
                  <a:srgbClr val="4365E2"/>
                </a:solidFill>
                <a:latin typeface="Calibri" charset="0"/>
                <a:ea typeface="Calibri" charset="0"/>
                <a:cs typeface="Calibri" charset="0"/>
              </a:rPr>
              <a:t>Fingerprint Authenticated E-Voting System </a:t>
            </a:r>
            <a:endParaRPr lang="en-GB" b="1" dirty="0">
              <a:latin typeface="Calibri" panose="020F0502020204030204" pitchFamily="34" charset="0"/>
              <a:cs typeface="Calibri" panose="020F0502020204030204" pitchFamily="34" charset="0"/>
            </a:endParaRPr>
          </a:p>
          <a:p>
            <a:pPr fontAlgn="t">
              <a:spcAft>
                <a:spcPts val="1200"/>
              </a:spcAft>
            </a:pPr>
            <a:r>
              <a:rPr lang="en-GB" sz="3600" dirty="0">
                <a:solidFill>
                  <a:srgbClr val="4365E2"/>
                </a:solidFill>
                <a:latin typeface="Calibri" charset="0"/>
                <a:ea typeface="Calibri" charset="0"/>
                <a:cs typeface="Calibri" charset="0"/>
              </a:rPr>
              <a:t>Alexander Gordon</a:t>
            </a:r>
          </a:p>
        </p:txBody>
      </p:sp>
      <p:graphicFrame>
        <p:nvGraphicFramePr>
          <p:cNvPr id="5" name="Table 4">
            <a:extLst>
              <a:ext uri="{FF2B5EF4-FFF2-40B4-BE49-F238E27FC236}">
                <a16:creationId xmlns:a16="http://schemas.microsoft.com/office/drawing/2014/main" id="{F7E3B90B-E8A4-4A0D-472A-E70748A3EB36}"/>
              </a:ext>
            </a:extLst>
          </p:cNvPr>
          <p:cNvGraphicFramePr>
            <a:graphicFrameLocks noGrp="1"/>
          </p:cNvGraphicFramePr>
          <p:nvPr>
            <p:extLst>
              <p:ext uri="{D42A27DB-BD31-4B8C-83A1-F6EECF244321}">
                <p14:modId xmlns:p14="http://schemas.microsoft.com/office/powerpoint/2010/main" val="1245693114"/>
              </p:ext>
            </p:extLst>
          </p:nvPr>
        </p:nvGraphicFramePr>
        <p:xfrm>
          <a:off x="11428215" y="9566226"/>
          <a:ext cx="9361041" cy="2804160"/>
        </p:xfrm>
        <a:graphic>
          <a:graphicData uri="http://schemas.openxmlformats.org/drawingml/2006/table">
            <a:tbl>
              <a:tblPr firstRow="1" bandRow="1">
                <a:tableStyleId>{7DF18680-E054-41AD-8BC1-D1AEF772440D}</a:tableStyleId>
              </a:tblPr>
              <a:tblGrid>
                <a:gridCol w="3120347">
                  <a:extLst>
                    <a:ext uri="{9D8B030D-6E8A-4147-A177-3AD203B41FA5}">
                      <a16:colId xmlns:a16="http://schemas.microsoft.com/office/drawing/2014/main" val="2120753307"/>
                    </a:ext>
                  </a:extLst>
                </a:gridCol>
                <a:gridCol w="3120347">
                  <a:extLst>
                    <a:ext uri="{9D8B030D-6E8A-4147-A177-3AD203B41FA5}">
                      <a16:colId xmlns:a16="http://schemas.microsoft.com/office/drawing/2014/main" val="3361164562"/>
                    </a:ext>
                  </a:extLst>
                </a:gridCol>
                <a:gridCol w="3120347">
                  <a:extLst>
                    <a:ext uri="{9D8B030D-6E8A-4147-A177-3AD203B41FA5}">
                      <a16:colId xmlns:a16="http://schemas.microsoft.com/office/drawing/2014/main" val="3815099714"/>
                    </a:ext>
                  </a:extLst>
                </a:gridCol>
              </a:tblGrid>
              <a:tr h="546164">
                <a:tc>
                  <a:txBody>
                    <a:bodyPr/>
                    <a:lstStyle/>
                    <a:p>
                      <a:r>
                        <a:rPr lang="en-GB" sz="3200" dirty="0">
                          <a:latin typeface="Calibri" panose="020F0502020204030204" pitchFamily="34" charset="0"/>
                          <a:cs typeface="Calibri" panose="020F0502020204030204" pitchFamily="34" charset="0"/>
                        </a:rPr>
                        <a:t>Scanner</a:t>
                      </a:r>
                    </a:p>
                  </a:txBody>
                  <a:tcPr/>
                </a:tc>
                <a:tc>
                  <a:txBody>
                    <a:bodyPr/>
                    <a:lstStyle/>
                    <a:p>
                      <a:r>
                        <a:rPr lang="en-GB" sz="3200" dirty="0">
                          <a:latin typeface="Calibri" panose="020F0502020204030204" pitchFamily="34" charset="0"/>
                          <a:cs typeface="Calibri" panose="020F0502020204030204" pitchFamily="34" charset="0"/>
                        </a:rPr>
                        <a:t>Cost(USD)</a:t>
                      </a:r>
                    </a:p>
                  </a:txBody>
                  <a:tcPr/>
                </a:tc>
                <a:tc>
                  <a:txBody>
                    <a:bodyPr/>
                    <a:lstStyle/>
                    <a:p>
                      <a:r>
                        <a:rPr lang="en-GB" sz="3200" dirty="0">
                          <a:latin typeface="Calibri" panose="020F0502020204030204" pitchFamily="34" charset="0"/>
                          <a:cs typeface="Calibri" panose="020F0502020204030204" pitchFamily="34" charset="0"/>
                        </a:rPr>
                        <a:t>False Acceptance Rate</a:t>
                      </a:r>
                    </a:p>
                  </a:txBody>
                  <a:tcPr/>
                </a:tc>
                <a:extLst>
                  <a:ext uri="{0D108BD9-81ED-4DB2-BD59-A6C34878D82A}">
                    <a16:rowId xmlns:a16="http://schemas.microsoft.com/office/drawing/2014/main" val="4084550987"/>
                  </a:ext>
                </a:extLst>
              </a:tr>
              <a:tr h="546164">
                <a:tc>
                  <a:txBody>
                    <a:bodyPr/>
                    <a:lstStyle/>
                    <a:p>
                      <a:pPr>
                        <a:buNone/>
                      </a:pPr>
                      <a:r>
                        <a:rPr lang="en-GB" sz="3200" dirty="0">
                          <a:latin typeface="Calibri" panose="020F0502020204030204" pitchFamily="34" charset="0"/>
                          <a:cs typeface="Calibri" panose="020F0502020204030204" pitchFamily="34" charset="0"/>
                        </a:rPr>
                        <a:t>Iris</a:t>
                      </a:r>
                    </a:p>
                  </a:txBody>
                  <a:tcPr anchor="ctr"/>
                </a:tc>
                <a:tc>
                  <a:txBody>
                    <a:bodyPr/>
                    <a:lstStyle/>
                    <a:p>
                      <a:pPr>
                        <a:buNone/>
                      </a:pPr>
                      <a:r>
                        <a:rPr lang="en-GB" sz="3200" dirty="0">
                          <a:latin typeface="Calibri" panose="020F0502020204030204" pitchFamily="34" charset="0"/>
                          <a:cs typeface="Calibri" panose="020F0502020204030204" pitchFamily="34" charset="0"/>
                        </a:rPr>
                        <a:t>$1,500 – $3,000</a:t>
                      </a:r>
                    </a:p>
                  </a:txBody>
                  <a:tcPr anchor="ctr"/>
                </a:tc>
                <a:tc>
                  <a:txBody>
                    <a:bodyPr/>
                    <a:lstStyle/>
                    <a:p>
                      <a:pPr>
                        <a:buNone/>
                      </a:pPr>
                      <a:r>
                        <a:rPr lang="en-GB" sz="3200" dirty="0">
                          <a:latin typeface="Calibri" panose="020F0502020204030204" pitchFamily="34" charset="0"/>
                          <a:cs typeface="Calibri" panose="020F0502020204030204" pitchFamily="34" charset="0"/>
                        </a:rPr>
                        <a:t>0.0001 – 0.01%</a:t>
                      </a:r>
                    </a:p>
                  </a:txBody>
                  <a:tcPr anchor="ctr"/>
                </a:tc>
                <a:extLst>
                  <a:ext uri="{0D108BD9-81ED-4DB2-BD59-A6C34878D82A}">
                    <a16:rowId xmlns:a16="http://schemas.microsoft.com/office/drawing/2014/main" val="4271981993"/>
                  </a:ext>
                </a:extLst>
              </a:tr>
              <a:tr h="546164">
                <a:tc>
                  <a:txBody>
                    <a:bodyPr/>
                    <a:lstStyle/>
                    <a:p>
                      <a:pPr>
                        <a:buNone/>
                      </a:pPr>
                      <a:r>
                        <a:rPr lang="en-GB" sz="3200" dirty="0">
                          <a:latin typeface="Calibri" panose="020F0502020204030204" pitchFamily="34" charset="0"/>
                          <a:cs typeface="Calibri" panose="020F0502020204030204" pitchFamily="34" charset="0"/>
                        </a:rPr>
                        <a:t>Face</a:t>
                      </a:r>
                    </a:p>
                  </a:txBody>
                  <a:tcPr anchor="ctr"/>
                </a:tc>
                <a:tc>
                  <a:txBody>
                    <a:bodyPr/>
                    <a:lstStyle/>
                    <a:p>
                      <a:pPr>
                        <a:buNone/>
                      </a:pPr>
                      <a:r>
                        <a:rPr lang="en-GB" sz="3200" dirty="0">
                          <a:latin typeface="Calibri" panose="020F0502020204030204" pitchFamily="34" charset="0"/>
                          <a:cs typeface="Calibri" panose="020F0502020204030204" pitchFamily="34" charset="0"/>
                        </a:rPr>
                        <a:t>$1,000 – $2,500</a:t>
                      </a:r>
                    </a:p>
                  </a:txBody>
                  <a:tcPr anchor="ctr"/>
                </a:tc>
                <a:tc>
                  <a:txBody>
                    <a:bodyPr/>
                    <a:lstStyle/>
                    <a:p>
                      <a:pPr>
                        <a:buNone/>
                      </a:pPr>
                      <a:r>
                        <a:rPr lang="en-GB" sz="3200" dirty="0">
                          <a:latin typeface="Calibri" panose="020F0502020204030204" pitchFamily="34" charset="0"/>
                          <a:cs typeface="Calibri" panose="020F0502020204030204" pitchFamily="34" charset="0"/>
                        </a:rPr>
                        <a:t>0.1 – 1.0%</a:t>
                      </a:r>
                    </a:p>
                  </a:txBody>
                  <a:tcPr anchor="ctr"/>
                </a:tc>
                <a:extLst>
                  <a:ext uri="{0D108BD9-81ED-4DB2-BD59-A6C34878D82A}">
                    <a16:rowId xmlns:a16="http://schemas.microsoft.com/office/drawing/2014/main" val="3836305205"/>
                  </a:ext>
                </a:extLst>
              </a:tr>
              <a:tr h="546164">
                <a:tc>
                  <a:txBody>
                    <a:bodyPr/>
                    <a:lstStyle/>
                    <a:p>
                      <a:pPr>
                        <a:buNone/>
                      </a:pPr>
                      <a:r>
                        <a:rPr lang="en-GB" sz="3200" dirty="0">
                          <a:latin typeface="Calibri" panose="020F0502020204030204" pitchFamily="34" charset="0"/>
                          <a:cs typeface="Calibri" panose="020F0502020204030204" pitchFamily="34" charset="0"/>
                        </a:rPr>
                        <a:t>Fingerprint</a:t>
                      </a:r>
                    </a:p>
                  </a:txBody>
                  <a:tcPr anchor="ctr"/>
                </a:tc>
                <a:tc>
                  <a:txBody>
                    <a:bodyPr/>
                    <a:lstStyle/>
                    <a:p>
                      <a:pPr>
                        <a:buNone/>
                      </a:pPr>
                      <a:r>
                        <a:rPr lang="en-GB" sz="3200" dirty="0">
                          <a:latin typeface="Calibri" panose="020F0502020204030204" pitchFamily="34" charset="0"/>
                          <a:cs typeface="Calibri" panose="020F0502020204030204" pitchFamily="34" charset="0"/>
                        </a:rPr>
                        <a:t>$200 – $1,500</a:t>
                      </a:r>
                    </a:p>
                  </a:txBody>
                  <a:tcPr anchor="ctr"/>
                </a:tc>
                <a:tc>
                  <a:txBody>
                    <a:bodyPr/>
                    <a:lstStyle/>
                    <a:p>
                      <a:pPr>
                        <a:buNone/>
                      </a:pPr>
                      <a:r>
                        <a:rPr lang="en-GB" sz="3200" dirty="0">
                          <a:latin typeface="Calibri" panose="020F0502020204030204" pitchFamily="34" charset="0"/>
                          <a:cs typeface="Calibri" panose="020F0502020204030204" pitchFamily="34" charset="0"/>
                        </a:rPr>
                        <a:t>0.01 – 0.1%</a:t>
                      </a:r>
                    </a:p>
                  </a:txBody>
                  <a:tcPr anchor="ctr"/>
                </a:tc>
                <a:extLst>
                  <a:ext uri="{0D108BD9-81ED-4DB2-BD59-A6C34878D82A}">
                    <a16:rowId xmlns:a16="http://schemas.microsoft.com/office/drawing/2014/main" val="3042196347"/>
                  </a:ext>
                </a:extLst>
              </a:tr>
            </a:tbl>
          </a:graphicData>
        </a:graphic>
      </p:graphicFrame>
      <p:sp>
        <p:nvSpPr>
          <p:cNvPr id="6" name="TextBox 5">
            <a:extLst>
              <a:ext uri="{FF2B5EF4-FFF2-40B4-BE49-F238E27FC236}">
                <a16:creationId xmlns:a16="http://schemas.microsoft.com/office/drawing/2014/main" id="{381F6025-EA0F-F929-4139-194D8AC399F7}"/>
              </a:ext>
            </a:extLst>
          </p:cNvPr>
          <p:cNvSpPr txBox="1"/>
          <p:nvPr/>
        </p:nvSpPr>
        <p:spPr>
          <a:xfrm>
            <a:off x="11240154" y="13090892"/>
            <a:ext cx="9978615" cy="4093428"/>
          </a:xfrm>
          <a:prstGeom prst="rect">
            <a:avLst/>
          </a:prstGeom>
          <a:noFill/>
        </p:spPr>
        <p:txBody>
          <a:bodyPr wrap="square" rtlCol="0">
            <a:spAutoFit/>
          </a:bodyPr>
          <a:lstStyle/>
          <a:p>
            <a:r>
              <a:rPr lang="en-GB" sz="3600" b="1" dirty="0">
                <a:latin typeface="Calibri" panose="020F0502020204030204" pitchFamily="34" charset="0"/>
                <a:cs typeface="Calibri" panose="020F0502020204030204" pitchFamily="34" charset="0"/>
              </a:rPr>
              <a:t>Fingerprint scanning was selected based on:</a:t>
            </a:r>
            <a:endParaRPr lang="en-GB" sz="36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GB" sz="3200" dirty="0">
                <a:latin typeface="Calibri" panose="020F0502020204030204" pitchFamily="34" charset="0"/>
                <a:cs typeface="Calibri" panose="020F0502020204030204" pitchFamily="34" charset="0"/>
              </a:rPr>
              <a:t>Most cost-effective option at $200–$1,500 per unit</a:t>
            </a:r>
          </a:p>
          <a:p>
            <a:pPr marL="342900" indent="-342900">
              <a:buFont typeface="Arial" panose="020B0604020202020204" pitchFamily="34" charset="0"/>
              <a:buChar char="•"/>
            </a:pPr>
            <a:r>
              <a:rPr lang="en-GB" sz="3200" dirty="0">
                <a:latin typeface="Calibri" panose="020F0502020204030204" pitchFamily="34" charset="0"/>
                <a:cs typeface="Calibri" panose="020F0502020204030204" pitchFamily="34" charset="0"/>
              </a:rPr>
              <a:t>FAR below 0.1%</a:t>
            </a:r>
          </a:p>
          <a:p>
            <a:pPr marL="342900" indent="-342900">
              <a:buFont typeface="Arial" panose="020B0604020202020204" pitchFamily="34" charset="0"/>
              <a:buChar char="•"/>
            </a:pPr>
            <a:r>
              <a:rPr lang="en-GB" sz="3200" dirty="0">
                <a:latin typeface="Calibri" panose="020F0502020204030204" pitchFamily="34" charset="0"/>
                <a:cs typeface="Calibri" panose="020F0502020204030204" pitchFamily="34" charset="0"/>
              </a:rPr>
              <a:t>Capacitive sensors are significantly more resistant to spoofing than optical alternatives</a:t>
            </a:r>
          </a:p>
          <a:p>
            <a:pPr marL="342900" indent="-342900">
              <a:buFont typeface="Arial" panose="020B0604020202020204" pitchFamily="34" charset="0"/>
              <a:buChar char="•"/>
            </a:pPr>
            <a:r>
              <a:rPr lang="en-GB" sz="3200" dirty="0">
                <a:latin typeface="Calibri" panose="020F0502020204030204" pitchFamily="34" charset="0"/>
                <a:cs typeface="Calibri" panose="020F0502020204030204" pitchFamily="34" charset="0"/>
              </a:rPr>
              <a:t>Real-world viability evidenced by Brazil's national deployment</a:t>
            </a:r>
          </a:p>
          <a:p>
            <a:pPr marL="342900" indent="-342900">
              <a:buFont typeface="Arial" panose="020B0604020202020204" pitchFamily="34" charset="0"/>
              <a:buChar char="•"/>
            </a:pPr>
            <a:r>
              <a:rPr lang="en-GB" sz="3200" dirty="0">
                <a:latin typeface="Calibri" panose="020F0502020204030204" pitchFamily="34" charset="0"/>
                <a:cs typeface="Calibri" panose="020F0502020204030204" pitchFamily="34" charset="0"/>
              </a:rPr>
              <a:t>Thumb selected as primary input for larger surface area</a:t>
            </a:r>
          </a:p>
        </p:txBody>
      </p:sp>
      <p:pic>
        <p:nvPicPr>
          <p:cNvPr id="8" name="Picture 7">
            <a:extLst>
              <a:ext uri="{FF2B5EF4-FFF2-40B4-BE49-F238E27FC236}">
                <a16:creationId xmlns:a16="http://schemas.microsoft.com/office/drawing/2014/main" id="{F55EEBDC-EFD0-5FD0-9916-8FE3E89B1711}"/>
              </a:ext>
            </a:extLst>
          </p:cNvPr>
          <p:cNvPicPr>
            <a:picLocks noChangeAspect="1"/>
          </p:cNvPicPr>
          <p:nvPr/>
        </p:nvPicPr>
        <p:blipFill>
          <a:blip r:embed="rId3"/>
          <a:stretch>
            <a:fillRect/>
          </a:stretch>
        </p:blipFill>
        <p:spPr>
          <a:xfrm>
            <a:off x="21935694" y="11609214"/>
            <a:ext cx="9512214" cy="4796154"/>
          </a:xfrm>
          <a:prstGeom prst="rect">
            <a:avLst/>
          </a:prstGeom>
        </p:spPr>
      </p:pic>
      <p:sp>
        <p:nvSpPr>
          <p:cNvPr id="2" name="TextBox 1">
            <a:extLst>
              <a:ext uri="{FF2B5EF4-FFF2-40B4-BE49-F238E27FC236}">
                <a16:creationId xmlns:a16="http://schemas.microsoft.com/office/drawing/2014/main" id="{294C8D44-F438-CC27-E6B8-E5DD498A88C5}"/>
              </a:ext>
            </a:extLst>
          </p:cNvPr>
          <p:cNvSpPr txBox="1"/>
          <p:nvPr/>
        </p:nvSpPr>
        <p:spPr>
          <a:xfrm>
            <a:off x="11428215" y="12443261"/>
            <a:ext cx="9361040" cy="523220"/>
          </a:xfrm>
          <a:prstGeom prst="rect">
            <a:avLst/>
          </a:prstGeom>
          <a:noFill/>
        </p:spPr>
        <p:txBody>
          <a:bodyPr wrap="square" rtlCol="0">
            <a:spAutoFit/>
          </a:bodyPr>
          <a:lstStyle/>
          <a:p>
            <a:r>
              <a:rPr lang="en-GB" sz="2800" i="1" dirty="0">
                <a:latin typeface="Calibri" panose="020F0502020204030204" pitchFamily="34" charset="0"/>
                <a:cs typeface="Calibri" panose="020F0502020204030204" pitchFamily="34" charset="0"/>
              </a:rPr>
              <a:t>Table Of Scanner cost and False acceptance Rate </a:t>
            </a:r>
          </a:p>
        </p:txBody>
      </p:sp>
      <p:sp>
        <p:nvSpPr>
          <p:cNvPr id="3" name="Rectangle 7">
            <a:extLst>
              <a:ext uri="{FF2B5EF4-FFF2-40B4-BE49-F238E27FC236}">
                <a16:creationId xmlns:a16="http://schemas.microsoft.com/office/drawing/2014/main" id="{F0A28DA8-A905-BF33-9733-FB2FC4A28E3B}"/>
              </a:ext>
            </a:extLst>
          </p:cNvPr>
          <p:cNvSpPr>
            <a:spLocks noChangeArrowheads="1"/>
          </p:cNvSpPr>
          <p:nvPr/>
        </p:nvSpPr>
        <p:spPr bwMode="auto">
          <a:xfrm>
            <a:off x="572833" y="21398840"/>
            <a:ext cx="10008000" cy="8464896"/>
          </a:xfrm>
          <a:prstGeom prst="rect">
            <a:avLst/>
          </a:prstGeom>
          <a:solidFill>
            <a:srgbClr val="FFFFFF"/>
          </a:solidFill>
          <a:ln w="12700">
            <a:solidFill>
              <a:srgbClr val="DDD9D6"/>
            </a:solidFill>
            <a:miter lim="800000"/>
            <a:headEnd/>
            <a:tailEnd/>
          </a:ln>
          <a:effectLst/>
        </p:spPr>
        <p:txBody>
          <a:bodyPr lIns="342504" tIns="342504" rIns="342504" bIns="342504"/>
          <a:lstStyle>
            <a:lvl1pPr defTabSz="869950">
              <a:defRPr sz="2400">
                <a:solidFill>
                  <a:schemeClr val="tx1"/>
                </a:solidFill>
                <a:latin typeface="Times New Roman" pitchFamily="18" charset="0"/>
                <a:ea typeface="MS PGothic" pitchFamily="34" charset="-128"/>
              </a:defRPr>
            </a:lvl1pPr>
            <a:lvl2pPr marL="742950" indent="-285750" defTabSz="869950">
              <a:defRPr sz="2400">
                <a:solidFill>
                  <a:schemeClr val="tx1"/>
                </a:solidFill>
                <a:latin typeface="Times New Roman" pitchFamily="18" charset="0"/>
                <a:ea typeface="MS PGothic" pitchFamily="34" charset="-128"/>
              </a:defRPr>
            </a:lvl2pPr>
            <a:lvl3pPr marL="1143000" indent="-228600" defTabSz="869950">
              <a:defRPr sz="2400">
                <a:solidFill>
                  <a:schemeClr val="tx1"/>
                </a:solidFill>
                <a:latin typeface="Times New Roman" pitchFamily="18" charset="0"/>
                <a:ea typeface="MS PGothic" pitchFamily="34" charset="-128"/>
              </a:defRPr>
            </a:lvl3pPr>
            <a:lvl4pPr marL="1600200" indent="-228600" defTabSz="869950">
              <a:defRPr sz="2400">
                <a:solidFill>
                  <a:schemeClr val="tx1"/>
                </a:solidFill>
                <a:latin typeface="Times New Roman" pitchFamily="18" charset="0"/>
                <a:ea typeface="MS PGothic" pitchFamily="34" charset="-128"/>
              </a:defRPr>
            </a:lvl4pPr>
            <a:lvl5pPr marL="2057400" indent="-228600" defTabSz="869950">
              <a:defRPr sz="2400">
                <a:solidFill>
                  <a:schemeClr val="tx1"/>
                </a:solidFill>
                <a:latin typeface="Times New Roman" pitchFamily="18" charset="0"/>
                <a:ea typeface="MS PGothic" pitchFamily="34" charset="-128"/>
              </a:defRPr>
            </a:lvl5pPr>
            <a:lvl6pPr marL="25146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defTabSz="86995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spcBef>
                <a:spcPct val="40000"/>
              </a:spcBef>
            </a:pPr>
            <a:r>
              <a:rPr lang="en-AU" altLang="en-US" sz="4000" b="1" dirty="0" err="1">
                <a:latin typeface="Calibri" panose="020F0502020204030204" pitchFamily="34" charset="0"/>
                <a:cs typeface="Calibri" panose="020F0502020204030204" pitchFamily="34" charset="0"/>
              </a:rPr>
              <a:t>SourceAFIS</a:t>
            </a:r>
            <a:r>
              <a:rPr lang="en-AU" altLang="en-US" sz="4000" b="1" dirty="0">
                <a:latin typeface="Calibri" panose="020F0502020204030204" pitchFamily="34" charset="0"/>
                <a:cs typeface="Calibri" panose="020F0502020204030204" pitchFamily="34" charset="0"/>
              </a:rPr>
              <a:t> Testing </a:t>
            </a:r>
          </a:p>
          <a:p>
            <a:pPr>
              <a:spcBef>
                <a:spcPct val="40000"/>
              </a:spcBef>
            </a:pPr>
            <a:r>
              <a:rPr lang="en-GB" sz="3200" dirty="0" err="1">
                <a:latin typeface="Calibri" panose="020F0502020204030204" pitchFamily="34" charset="0"/>
                <a:cs typeface="Calibri" panose="020F0502020204030204" pitchFamily="34" charset="0"/>
              </a:rPr>
              <a:t>SourceAFIS</a:t>
            </a:r>
            <a:r>
              <a:rPr lang="en-GB" sz="3200" dirty="0">
                <a:latin typeface="Calibri" panose="020F0502020204030204" pitchFamily="34" charset="0"/>
                <a:cs typeface="Calibri" panose="020F0502020204030204" pitchFamily="34" charset="0"/>
              </a:rPr>
              <a:t> was validated against two open source datasets. Firstly FVC2002, providing clean fingerprint scans to benchmark performance under ideal conditions, and </a:t>
            </a:r>
            <a:r>
              <a:rPr lang="en-GB" sz="3200" dirty="0" err="1">
                <a:latin typeface="Calibri" panose="020F0502020204030204" pitchFamily="34" charset="0"/>
                <a:cs typeface="Calibri" panose="020F0502020204030204" pitchFamily="34" charset="0"/>
              </a:rPr>
              <a:t>SOCOFing</a:t>
            </a:r>
            <a:r>
              <a:rPr lang="en-GB" sz="3200" dirty="0">
                <a:latin typeface="Calibri" panose="020F0502020204030204" pitchFamily="34" charset="0"/>
                <a:cs typeface="Calibri" panose="020F0502020204030204" pitchFamily="34" charset="0"/>
              </a:rPr>
              <a:t>, containing deliberately damaged fingerprints to challenge the system's ability to reject false positive matches.</a:t>
            </a:r>
          </a:p>
          <a:p>
            <a:pPr>
              <a:spcBef>
                <a:spcPct val="40000"/>
              </a:spcBef>
            </a:pPr>
            <a:r>
              <a:rPr lang="en-GB" altLang="en-US" sz="4000" b="1" dirty="0">
                <a:latin typeface="Calibri" panose="020F0502020204030204" pitchFamily="34" charset="0"/>
                <a:cs typeface="Calibri" panose="020F0502020204030204" pitchFamily="34" charset="0"/>
              </a:rPr>
              <a:t>Server Load Testing </a:t>
            </a:r>
          </a:p>
          <a:p>
            <a:pPr>
              <a:spcBef>
                <a:spcPct val="40000"/>
              </a:spcBef>
            </a:pPr>
            <a:r>
              <a:rPr lang="en-GB" sz="3200" dirty="0">
                <a:latin typeface="Calibri" panose="020F0502020204030204" pitchFamily="34" charset="0"/>
                <a:cs typeface="Calibri" panose="020F0502020204030204" pitchFamily="34" charset="0"/>
              </a:rPr>
              <a:t>A concurrent connection load test was conducted against the live EC2 hosted server, ramping connections across five levels from 100 to 2,000. The server sustained up to 964 simultaneous connections reliably, with failures increasing significantly beyond. </a:t>
            </a:r>
            <a:endParaRPr lang="en-AU" altLang="en-US" sz="3200" dirty="0">
              <a:latin typeface="Calibri" panose="020F0502020204030204" pitchFamily="34" charset="0"/>
              <a:cs typeface="Calibri" panose="020F0502020204030204" pitchFamily="34" charset="0"/>
            </a:endParaRPr>
          </a:p>
        </p:txBody>
      </p:sp>
      <p:sp>
        <p:nvSpPr>
          <p:cNvPr id="4" name="Rectangle 38">
            <a:extLst>
              <a:ext uri="{FF2B5EF4-FFF2-40B4-BE49-F238E27FC236}">
                <a16:creationId xmlns:a16="http://schemas.microsoft.com/office/drawing/2014/main" id="{9B6C0241-0A25-C326-44EB-BB21DE5F67D3}"/>
              </a:ext>
            </a:extLst>
          </p:cNvPr>
          <p:cNvSpPr>
            <a:spLocks noChangeArrowheads="1"/>
          </p:cNvSpPr>
          <p:nvPr/>
        </p:nvSpPr>
        <p:spPr bwMode="auto">
          <a:xfrm>
            <a:off x="572833" y="19958840"/>
            <a:ext cx="10008000" cy="1440000"/>
          </a:xfrm>
          <a:prstGeom prst="rect">
            <a:avLst/>
          </a:prstGeom>
          <a:solidFill>
            <a:srgbClr val="FFFFFF"/>
          </a:solidFill>
          <a:ln w="12700">
            <a:solidFill>
              <a:srgbClr val="DDD9D6"/>
            </a:solidFill>
            <a:miter lim="800000"/>
            <a:headEnd/>
            <a:tailEnd/>
          </a:ln>
          <a:effectLst/>
        </p:spPr>
        <p:txBody>
          <a:bodyPr lIns="342504" tIns="342504" rIns="342504" bIns="342504" anchor="ctr"/>
          <a:lstStyle/>
          <a:p>
            <a:pPr defTabSz="869950">
              <a:spcBef>
                <a:spcPct val="50000"/>
              </a:spcBef>
            </a:pPr>
            <a:r>
              <a:rPr lang="en-GB" altLang="en-US" sz="5400" b="1" dirty="0">
                <a:solidFill>
                  <a:srgbClr val="4365E2"/>
                </a:solidFill>
                <a:latin typeface="Calibri" charset="0"/>
                <a:ea typeface="Calibri" charset="0"/>
                <a:cs typeface="Calibri" charset="0"/>
              </a:rPr>
              <a:t>Testing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9235666751A724C938C7AF2669C9BA1" ma:contentTypeVersion="14" ma:contentTypeDescription="Create a new document." ma:contentTypeScope="" ma:versionID="51605ae0d0c34da1a44e931d185d8c83">
  <xsd:schema xmlns:xsd="http://www.w3.org/2001/XMLSchema" xmlns:xs="http://www.w3.org/2001/XMLSchema" xmlns:p="http://schemas.microsoft.com/office/2006/metadata/properties" xmlns:ns2="112ffb48-8981-4710-8c0c-6d30fdfc7b9a" xmlns:ns3="37af0f57-e4e7-4324-bf64-93cbde7d04ef" targetNamespace="http://schemas.microsoft.com/office/2006/metadata/properties" ma:root="true" ma:fieldsID="f9e89b9c62fdd742025fcaa3b1a9fa41" ns2:_="" ns3:_="">
    <xsd:import namespace="112ffb48-8981-4710-8c0c-6d30fdfc7b9a"/>
    <xsd:import namespace="37af0f57-e4e7-4324-bf64-93cbde7d04e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2ffb48-8981-4710-8c0c-6d30fdfc7b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7af0f57-e4e7-4324-bf64-93cbde7d04e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4CD8CF-1E7F-4189-A2CF-F0D24225902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AC38B0C-5FCA-4AB6-BADA-9D86CEC4B5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2ffb48-8981-4710-8c0c-6d30fdfc7b9a"/>
    <ds:schemaRef ds:uri="37af0f57-e4e7-4324-bf64-93cbde7d04e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5D0E912-FAE1-480B-B795-CE11C37D71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156</TotalTime>
  <Words>707</Words>
  <Application>Microsoft Office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Times</vt:lpstr>
      <vt:lpstr>Tw Cen MT</vt:lpstr>
      <vt:lpstr>Tw Cen MT Condensed</vt:lpstr>
      <vt:lpstr>Wingdings 3</vt:lpstr>
      <vt:lpstr>Integral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 Burrows (Staff)</dc:creator>
  <cp:lastModifiedBy>Alexander Gordon (Student)</cp:lastModifiedBy>
  <cp:revision>9</cp:revision>
  <dcterms:created xsi:type="dcterms:W3CDTF">2017-05-30T08:38:05Z</dcterms:created>
  <dcterms:modified xsi:type="dcterms:W3CDTF">2026-04-27T11:07:09Z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0x010100F9235666751A724C938C7AF2669C9BA1</vt:lpwstr>
  </property>
  <property fmtid="{D5CDD505-2E9C-101B-9397-08002B2CF9AE}" pid="3" name="Order">
    <vt:r8>2400</vt:r8>
  </property>
  <property fmtid="{D5CDD505-2E9C-101B-9397-08002B2CF9AE}" pid="4" name="MSIP_Label_a618d1e0-f5d7-4da7-8ddd-3b83021a2c85_Enabled">
    <vt:lpwstr>true</vt:lpwstr>
  </property>
  <property fmtid="{D5CDD505-2E9C-101B-9397-08002B2CF9AE}" pid="5" name="MSIP_Label_a618d1e0-f5d7-4da7-8ddd-3b83021a2c85_SetDate">
    <vt:lpwstr>2026-04-26T23:14:11Z</vt:lpwstr>
  </property>
  <property fmtid="{D5CDD505-2E9C-101B-9397-08002B2CF9AE}" pid="6" name="MSIP_Label_a618d1e0-f5d7-4da7-8ddd-3b83021a2c85_Method">
    <vt:lpwstr>Standard</vt:lpwstr>
  </property>
  <property fmtid="{D5CDD505-2E9C-101B-9397-08002B2CF9AE}" pid="7" name="MSIP_Label_a618d1e0-f5d7-4da7-8ddd-3b83021a2c85_Name">
    <vt:lpwstr>Private</vt:lpwstr>
  </property>
  <property fmtid="{D5CDD505-2E9C-101B-9397-08002B2CF9AE}" pid="8" name="MSIP_Label_a618d1e0-f5d7-4da7-8ddd-3b83021a2c85_SiteId">
    <vt:lpwstr>ae323139-093a-4d2a-81a6-5d334bcd9019</vt:lpwstr>
  </property>
  <property fmtid="{D5CDD505-2E9C-101B-9397-08002B2CF9AE}" pid="9" name="MSIP_Label_a618d1e0-f5d7-4da7-8ddd-3b83021a2c85_ActionId">
    <vt:lpwstr>41dff6ab-1150-4a14-a28f-30269725be18</vt:lpwstr>
  </property>
  <property fmtid="{D5CDD505-2E9C-101B-9397-08002B2CF9AE}" pid="10" name="MSIP_Label_a618d1e0-f5d7-4da7-8ddd-3b83021a2c85_ContentBits">
    <vt:lpwstr>0</vt:lpwstr>
  </property>
  <property fmtid="{D5CDD505-2E9C-101B-9397-08002B2CF9AE}" pid="11" name="MSIP_Label_a618d1e0-f5d7-4da7-8ddd-3b83021a2c85_Tag">
    <vt:lpwstr>10, 3, 0, 1</vt:lpwstr>
  </property>
</Properties>
</file>