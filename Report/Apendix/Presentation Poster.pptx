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77" r:id="rId4"/>
  </p:sldMasterIdLst>
  <p:notesMasterIdLst>
    <p:notesMasterId r:id="rId6"/>
  </p:notesMasterIdLst>
  <p:sldIdLst>
    <p:sldId id="256" r:id="rId5"/>
  </p:sldIdLst>
  <p:sldSz cx="42803763" cy="3027521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535" userDrawn="1">
          <p15:clr>
            <a:srgbClr val="A4A3A4"/>
          </p15:clr>
        </p15:guide>
        <p15:guide id="2" pos="1348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D9D6"/>
    <a:srgbClr val="464646"/>
    <a:srgbClr val="C4EBD0"/>
    <a:srgbClr val="4365E2"/>
    <a:srgbClr val="D1E2F2"/>
    <a:srgbClr val="FFFFFF"/>
    <a:srgbClr val="FFFEFF"/>
    <a:srgbClr val="FFECD2"/>
    <a:srgbClr val="F4CEC3"/>
    <a:srgbClr val="FFFA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736" autoAdjust="0"/>
    <p:restoredTop sz="95354" autoAdjust="0"/>
  </p:normalViewPr>
  <p:slideViewPr>
    <p:cSldViewPr>
      <p:cViewPr>
        <p:scale>
          <a:sx n="80" d="100"/>
          <a:sy n="80" d="100"/>
        </p:scale>
        <p:origin x="-8392" y="-6856"/>
      </p:cViewPr>
      <p:guideLst>
        <p:guide orient="horz" pos="9535"/>
        <p:guide pos="13481"/>
      </p:guideLst>
    </p:cSldViewPr>
  </p:slideViewPr>
  <p:outlineViewPr>
    <p:cViewPr>
      <p:scale>
        <a:sx n="33" d="100"/>
        <a:sy n="33" d="100"/>
      </p:scale>
      <p:origin x="0" y="0"/>
    </p:cViewPr>
  </p:outlin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171055F-8152-4ADD-8E3E-DCAE390CBDE8}" type="datetimeFigureOut">
              <a:rPr lang="en-GB" smtClean="0"/>
              <a:pPr/>
              <a:t>27/04/2026</a:t>
            </a:fld>
            <a:endParaRPr lang="en-GB"/>
          </a:p>
        </p:txBody>
      </p:sp>
      <p:sp>
        <p:nvSpPr>
          <p:cNvPr id="4" name="Slide Image Placeholder 3"/>
          <p:cNvSpPr>
            <a:spLocks noGrp="1" noRot="1" noChangeAspect="1"/>
          </p:cNvSpPr>
          <p:nvPr>
            <p:ph type="sldImg" idx="2"/>
          </p:nvPr>
        </p:nvSpPr>
        <p:spPr>
          <a:xfrm>
            <a:off x="1006475" y="685800"/>
            <a:ext cx="4845050" cy="34290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39FBAEE-D496-449C-AFE8-119C27EFB506}" type="slidenum">
              <a:rPr lang="en-GB" smtClean="0"/>
              <a:pPr/>
              <a:t>‹#›</a:t>
            </a:fld>
            <a:endParaRPr lang="en-GB"/>
          </a:p>
        </p:txBody>
      </p:sp>
    </p:spTree>
    <p:extLst>
      <p:ext uri="{BB962C8B-B14F-4D97-AF65-F5344CB8AC3E}">
        <p14:creationId xmlns:p14="http://schemas.microsoft.com/office/powerpoint/2010/main" val="3010009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06475" y="685800"/>
            <a:ext cx="4845050" cy="3429000"/>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A39FBAEE-D496-449C-AFE8-119C27EFB506}" type="slidenum">
              <a:rPr lang="en-GB" smtClean="0"/>
              <a:pPr/>
              <a:t>1</a:t>
            </a:fld>
            <a:endParaRPr lang="en-GB"/>
          </a:p>
        </p:txBody>
      </p:sp>
    </p:spTree>
    <p:extLst>
      <p:ext uri="{BB962C8B-B14F-4D97-AF65-F5344CB8AC3E}">
        <p14:creationId xmlns:p14="http://schemas.microsoft.com/office/powerpoint/2010/main" val="6782702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9" name="Rectangle 8"/>
          <p:cNvSpPr/>
          <p:nvPr/>
        </p:nvSpPr>
        <p:spPr>
          <a:xfrm>
            <a:off x="0" y="2"/>
            <a:ext cx="42803763" cy="20183480"/>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Freeform 9"/>
          <p:cNvSpPr/>
          <p:nvPr/>
        </p:nvSpPr>
        <p:spPr>
          <a:xfrm>
            <a:off x="22294" y="2"/>
            <a:ext cx="42781476" cy="20183480"/>
          </a:xfrm>
          <a:custGeom>
            <a:avLst/>
            <a:gdLst/>
            <a:ahLst/>
            <a:cxnLst/>
            <a:rect l="l" t="t" r="r" b="b"/>
            <a:pathLst>
              <a:path w="9139239" h="4572001">
                <a:moveTo>
                  <a:pt x="9139239" y="4171458"/>
                </a:moveTo>
                <a:lnTo>
                  <a:pt x="9139239" y="4479120"/>
                </a:lnTo>
                <a:lnTo>
                  <a:pt x="9061857" y="4572001"/>
                </a:lnTo>
                <a:lnTo>
                  <a:pt x="8867616" y="4572001"/>
                </a:lnTo>
                <a:cubicBezTo>
                  <a:pt x="8974940" y="4496648"/>
                  <a:pt x="9059271" y="4392377"/>
                  <a:pt x="9109281" y="4270954"/>
                </a:cubicBezTo>
                <a:close/>
                <a:moveTo>
                  <a:pt x="9139239" y="4017903"/>
                </a:moveTo>
                <a:lnTo>
                  <a:pt x="9139239" y="4146549"/>
                </a:lnTo>
                <a:lnTo>
                  <a:pt x="9061849" y="4168266"/>
                </a:lnTo>
                <a:cubicBezTo>
                  <a:pt x="8867508" y="4236060"/>
                  <a:pt x="8712637" y="4384208"/>
                  <a:pt x="8639677" y="4572001"/>
                </a:cubicBezTo>
                <a:lnTo>
                  <a:pt x="8502130" y="4572001"/>
                </a:lnTo>
                <a:cubicBezTo>
                  <a:pt x="8583823" y="4319597"/>
                  <a:pt x="8787913" y="4120306"/>
                  <a:pt x="9046727" y="4039822"/>
                </a:cubicBezTo>
                <a:close/>
                <a:moveTo>
                  <a:pt x="7620280" y="3999419"/>
                </a:moveTo>
                <a:lnTo>
                  <a:pt x="7637367" y="4001042"/>
                </a:lnTo>
                <a:cubicBezTo>
                  <a:pt x="7669753" y="4001569"/>
                  <a:pt x="7701646" y="4004550"/>
                  <a:pt x="7732829" y="4010107"/>
                </a:cubicBezTo>
                <a:cubicBezTo>
                  <a:pt x="7738405" y="4009688"/>
                  <a:pt x="7743733" y="4010636"/>
                  <a:pt x="7749042" y="4011646"/>
                </a:cubicBezTo>
                <a:lnTo>
                  <a:pt x="7749159" y="4012794"/>
                </a:lnTo>
                <a:cubicBezTo>
                  <a:pt x="8061238" y="4064450"/>
                  <a:pt x="8314467" y="4283539"/>
                  <a:pt x="8407830" y="4572001"/>
                </a:cubicBezTo>
                <a:lnTo>
                  <a:pt x="8270283" y="4572001"/>
                </a:lnTo>
                <a:cubicBezTo>
                  <a:pt x="8186900" y="4357380"/>
                  <a:pt x="7996531" y="4194541"/>
                  <a:pt x="7762529" y="4144250"/>
                </a:cubicBezTo>
                <a:cubicBezTo>
                  <a:pt x="7797023" y="4319651"/>
                  <a:pt x="7899246" y="4471530"/>
                  <a:pt x="8042344" y="4572001"/>
                </a:cubicBezTo>
                <a:lnTo>
                  <a:pt x="7848103" y="4572001"/>
                </a:lnTo>
                <a:cubicBezTo>
                  <a:pt x="7731971" y="4452596"/>
                  <a:pt x="7653409" y="4298519"/>
                  <a:pt x="7629044" y="4127511"/>
                </a:cubicBezTo>
                <a:cubicBezTo>
                  <a:pt x="7628876" y="4127458"/>
                  <a:pt x="7628708" y="4127453"/>
                  <a:pt x="7628538" y="4127448"/>
                </a:cubicBezTo>
                <a:lnTo>
                  <a:pt x="7628000" y="4120772"/>
                </a:lnTo>
                <a:cubicBezTo>
                  <a:pt x="7622941" y="4090522"/>
                  <a:pt x="7620490" y="4059631"/>
                  <a:pt x="7620533" y="4028296"/>
                </a:cubicBezTo>
                <a:cubicBezTo>
                  <a:pt x="7619221" y="4022668"/>
                  <a:pt x="7619162" y="4017001"/>
                  <a:pt x="7619162" y="4011320"/>
                </a:cubicBezTo>
                <a:lnTo>
                  <a:pt x="7619756" y="3999880"/>
                </a:lnTo>
                <a:lnTo>
                  <a:pt x="7620254" y="3999913"/>
                </a:lnTo>
                <a:close/>
                <a:moveTo>
                  <a:pt x="7597529" y="3999419"/>
                </a:moveTo>
                <a:lnTo>
                  <a:pt x="7597555" y="3999913"/>
                </a:lnTo>
                <a:lnTo>
                  <a:pt x="7598053" y="3999880"/>
                </a:lnTo>
                <a:lnTo>
                  <a:pt x="7598647" y="4011320"/>
                </a:lnTo>
                <a:cubicBezTo>
                  <a:pt x="7598647" y="4017001"/>
                  <a:pt x="7598588" y="4022668"/>
                  <a:pt x="7597276" y="4028296"/>
                </a:cubicBezTo>
                <a:cubicBezTo>
                  <a:pt x="7597319" y="4059631"/>
                  <a:pt x="7594868" y="4090522"/>
                  <a:pt x="7589809" y="4120772"/>
                </a:cubicBezTo>
                <a:lnTo>
                  <a:pt x="7589271" y="4127448"/>
                </a:lnTo>
                <a:cubicBezTo>
                  <a:pt x="7589101" y="4127453"/>
                  <a:pt x="7588933" y="4127458"/>
                  <a:pt x="7588765" y="4127511"/>
                </a:cubicBezTo>
                <a:cubicBezTo>
                  <a:pt x="7564400" y="4298519"/>
                  <a:pt x="7485838" y="4452596"/>
                  <a:pt x="7369706" y="4572001"/>
                </a:cubicBezTo>
                <a:lnTo>
                  <a:pt x="7175465" y="4572001"/>
                </a:lnTo>
                <a:cubicBezTo>
                  <a:pt x="7318563" y="4471530"/>
                  <a:pt x="7420786" y="4319651"/>
                  <a:pt x="7455280" y="4144250"/>
                </a:cubicBezTo>
                <a:cubicBezTo>
                  <a:pt x="7221278" y="4194541"/>
                  <a:pt x="7030909" y="4357380"/>
                  <a:pt x="6947526" y="4572001"/>
                </a:cubicBezTo>
                <a:lnTo>
                  <a:pt x="6809978" y="4572001"/>
                </a:lnTo>
                <a:cubicBezTo>
                  <a:pt x="6903341" y="4283539"/>
                  <a:pt x="7156571" y="4064450"/>
                  <a:pt x="7468650" y="4012794"/>
                </a:cubicBezTo>
                <a:lnTo>
                  <a:pt x="7468767" y="4011646"/>
                </a:lnTo>
                <a:cubicBezTo>
                  <a:pt x="7474076" y="4010636"/>
                  <a:pt x="7479404" y="4009688"/>
                  <a:pt x="7484980" y="4010107"/>
                </a:cubicBezTo>
                <a:cubicBezTo>
                  <a:pt x="7516163" y="4004550"/>
                  <a:pt x="7548056" y="4001569"/>
                  <a:pt x="7580442" y="4001042"/>
                </a:cubicBezTo>
                <a:close/>
                <a:moveTo>
                  <a:pt x="5928129" y="3999419"/>
                </a:moveTo>
                <a:lnTo>
                  <a:pt x="5945217" y="4001042"/>
                </a:lnTo>
                <a:cubicBezTo>
                  <a:pt x="5977602" y="4001569"/>
                  <a:pt x="6009495" y="4004550"/>
                  <a:pt x="6040678" y="4010107"/>
                </a:cubicBezTo>
                <a:cubicBezTo>
                  <a:pt x="6046254" y="4009688"/>
                  <a:pt x="6051582" y="4010636"/>
                  <a:pt x="6056891" y="4011646"/>
                </a:cubicBezTo>
                <a:lnTo>
                  <a:pt x="6057008" y="4012794"/>
                </a:lnTo>
                <a:cubicBezTo>
                  <a:pt x="6369087" y="4064450"/>
                  <a:pt x="6622316" y="4283539"/>
                  <a:pt x="6715680" y="4572001"/>
                </a:cubicBezTo>
                <a:lnTo>
                  <a:pt x="6578131" y="4572001"/>
                </a:lnTo>
                <a:cubicBezTo>
                  <a:pt x="6494748" y="4357380"/>
                  <a:pt x="6304380" y="4194541"/>
                  <a:pt x="6070378" y="4144250"/>
                </a:cubicBezTo>
                <a:cubicBezTo>
                  <a:pt x="6104872" y="4319650"/>
                  <a:pt x="6207095" y="4471530"/>
                  <a:pt x="6350192" y="4572001"/>
                </a:cubicBezTo>
                <a:lnTo>
                  <a:pt x="6155952" y="4572001"/>
                </a:lnTo>
                <a:cubicBezTo>
                  <a:pt x="6039820" y="4452596"/>
                  <a:pt x="5961257" y="4298519"/>
                  <a:pt x="5936893" y="4127511"/>
                </a:cubicBezTo>
                <a:cubicBezTo>
                  <a:pt x="5936725" y="4127458"/>
                  <a:pt x="5936557" y="4127453"/>
                  <a:pt x="5936387" y="4127448"/>
                </a:cubicBezTo>
                <a:lnTo>
                  <a:pt x="5935849" y="4120772"/>
                </a:lnTo>
                <a:cubicBezTo>
                  <a:pt x="5930790" y="4090522"/>
                  <a:pt x="5928340" y="4059631"/>
                  <a:pt x="5928382" y="4028296"/>
                </a:cubicBezTo>
                <a:cubicBezTo>
                  <a:pt x="5927070" y="4022668"/>
                  <a:pt x="5927011" y="4017001"/>
                  <a:pt x="5927011" y="4011320"/>
                </a:cubicBezTo>
                <a:lnTo>
                  <a:pt x="5927605" y="3999880"/>
                </a:lnTo>
                <a:lnTo>
                  <a:pt x="5928103" y="3999913"/>
                </a:lnTo>
                <a:close/>
                <a:moveTo>
                  <a:pt x="5905378" y="3999419"/>
                </a:moveTo>
                <a:lnTo>
                  <a:pt x="5905404" y="3999913"/>
                </a:lnTo>
                <a:lnTo>
                  <a:pt x="5905902" y="3999880"/>
                </a:lnTo>
                <a:lnTo>
                  <a:pt x="5906496" y="4011320"/>
                </a:lnTo>
                <a:cubicBezTo>
                  <a:pt x="5906496" y="4017001"/>
                  <a:pt x="5906437" y="4022668"/>
                  <a:pt x="5905125" y="4028296"/>
                </a:cubicBezTo>
                <a:cubicBezTo>
                  <a:pt x="5905167" y="4059631"/>
                  <a:pt x="5902717" y="4090522"/>
                  <a:pt x="5897658" y="4120772"/>
                </a:cubicBezTo>
                <a:lnTo>
                  <a:pt x="5897120" y="4127448"/>
                </a:lnTo>
                <a:cubicBezTo>
                  <a:pt x="5896950" y="4127453"/>
                  <a:pt x="5896782" y="4127458"/>
                  <a:pt x="5896614" y="4127511"/>
                </a:cubicBezTo>
                <a:cubicBezTo>
                  <a:pt x="5872249" y="4298519"/>
                  <a:pt x="5793686" y="4452596"/>
                  <a:pt x="5677555" y="4572001"/>
                </a:cubicBezTo>
                <a:lnTo>
                  <a:pt x="5483314" y="4572001"/>
                </a:lnTo>
                <a:cubicBezTo>
                  <a:pt x="5626412" y="4471530"/>
                  <a:pt x="5728635" y="4319650"/>
                  <a:pt x="5763129" y="4144250"/>
                </a:cubicBezTo>
                <a:cubicBezTo>
                  <a:pt x="5529126" y="4194541"/>
                  <a:pt x="5338758" y="4357380"/>
                  <a:pt x="5255375" y="4572001"/>
                </a:cubicBezTo>
                <a:lnTo>
                  <a:pt x="5117827" y="4572001"/>
                </a:lnTo>
                <a:cubicBezTo>
                  <a:pt x="5211190" y="4283539"/>
                  <a:pt x="5464420" y="4064450"/>
                  <a:pt x="5776499" y="4012794"/>
                </a:cubicBezTo>
                <a:lnTo>
                  <a:pt x="5776616" y="4011646"/>
                </a:lnTo>
                <a:cubicBezTo>
                  <a:pt x="5781926" y="4010636"/>
                  <a:pt x="5787253" y="4009688"/>
                  <a:pt x="5792829" y="4010107"/>
                </a:cubicBezTo>
                <a:cubicBezTo>
                  <a:pt x="5824012" y="4004550"/>
                  <a:pt x="5855905" y="4001569"/>
                  <a:pt x="5888290" y="4001042"/>
                </a:cubicBezTo>
                <a:close/>
                <a:moveTo>
                  <a:pt x="4235979" y="3999419"/>
                </a:moveTo>
                <a:lnTo>
                  <a:pt x="4253065" y="4001042"/>
                </a:lnTo>
                <a:cubicBezTo>
                  <a:pt x="4285451" y="4001569"/>
                  <a:pt x="4317343" y="4004550"/>
                  <a:pt x="4348528" y="4010107"/>
                </a:cubicBezTo>
                <a:cubicBezTo>
                  <a:pt x="4354104" y="4009688"/>
                  <a:pt x="4359431" y="4010636"/>
                  <a:pt x="4364739" y="4011646"/>
                </a:cubicBezTo>
                <a:lnTo>
                  <a:pt x="4364856" y="4012794"/>
                </a:lnTo>
                <a:cubicBezTo>
                  <a:pt x="4676936" y="4064450"/>
                  <a:pt x="4930165" y="4283539"/>
                  <a:pt x="5023528" y="4572001"/>
                </a:cubicBezTo>
                <a:lnTo>
                  <a:pt x="4885980" y="4572001"/>
                </a:lnTo>
                <a:cubicBezTo>
                  <a:pt x="4802597" y="4357380"/>
                  <a:pt x="4612229" y="4194541"/>
                  <a:pt x="4378227" y="4144250"/>
                </a:cubicBezTo>
                <a:cubicBezTo>
                  <a:pt x="4412722" y="4319651"/>
                  <a:pt x="4514944" y="4471530"/>
                  <a:pt x="4658041" y="4572001"/>
                </a:cubicBezTo>
                <a:lnTo>
                  <a:pt x="4463800" y="4572001"/>
                </a:lnTo>
                <a:cubicBezTo>
                  <a:pt x="4347669" y="4452596"/>
                  <a:pt x="4269106" y="4298519"/>
                  <a:pt x="4244741" y="4127511"/>
                </a:cubicBezTo>
                <a:cubicBezTo>
                  <a:pt x="4244574" y="4127458"/>
                  <a:pt x="4244405" y="4127453"/>
                  <a:pt x="4244236" y="4127448"/>
                </a:cubicBezTo>
                <a:lnTo>
                  <a:pt x="4243697" y="4120772"/>
                </a:lnTo>
                <a:cubicBezTo>
                  <a:pt x="4238639" y="4090522"/>
                  <a:pt x="4236188" y="4059631"/>
                  <a:pt x="4236230" y="4028296"/>
                </a:cubicBezTo>
                <a:cubicBezTo>
                  <a:pt x="4234918" y="4022668"/>
                  <a:pt x="4234860" y="4017001"/>
                  <a:pt x="4234860" y="4011320"/>
                </a:cubicBezTo>
                <a:lnTo>
                  <a:pt x="4235454" y="3999880"/>
                </a:lnTo>
                <a:lnTo>
                  <a:pt x="4235952" y="3999913"/>
                </a:lnTo>
                <a:close/>
                <a:moveTo>
                  <a:pt x="4213227" y="3999419"/>
                </a:moveTo>
                <a:lnTo>
                  <a:pt x="4213253" y="3999913"/>
                </a:lnTo>
                <a:lnTo>
                  <a:pt x="4213751" y="3999880"/>
                </a:lnTo>
                <a:lnTo>
                  <a:pt x="4214345" y="4011320"/>
                </a:lnTo>
                <a:cubicBezTo>
                  <a:pt x="4214345" y="4017001"/>
                  <a:pt x="4214286" y="4022668"/>
                  <a:pt x="4212974" y="4028296"/>
                </a:cubicBezTo>
                <a:cubicBezTo>
                  <a:pt x="4213016" y="4059631"/>
                  <a:pt x="4210566" y="4090522"/>
                  <a:pt x="4205507" y="4120772"/>
                </a:cubicBezTo>
                <a:lnTo>
                  <a:pt x="4204969" y="4127448"/>
                </a:lnTo>
                <a:cubicBezTo>
                  <a:pt x="4204799" y="4127453"/>
                  <a:pt x="4204631" y="4127458"/>
                  <a:pt x="4204463" y="4127511"/>
                </a:cubicBezTo>
                <a:cubicBezTo>
                  <a:pt x="4180098" y="4298519"/>
                  <a:pt x="4101535" y="4452596"/>
                  <a:pt x="3985404" y="4572001"/>
                </a:cubicBezTo>
                <a:lnTo>
                  <a:pt x="3791163" y="4572001"/>
                </a:lnTo>
                <a:cubicBezTo>
                  <a:pt x="3934261" y="4471530"/>
                  <a:pt x="4036484" y="4319651"/>
                  <a:pt x="4070978" y="4144250"/>
                </a:cubicBezTo>
                <a:cubicBezTo>
                  <a:pt x="3836975" y="4194541"/>
                  <a:pt x="3646607" y="4357380"/>
                  <a:pt x="3563224" y="4572001"/>
                </a:cubicBezTo>
                <a:lnTo>
                  <a:pt x="3425676" y="4572001"/>
                </a:lnTo>
                <a:cubicBezTo>
                  <a:pt x="3519039" y="4283539"/>
                  <a:pt x="3772269" y="4064450"/>
                  <a:pt x="4084348" y="4012794"/>
                </a:cubicBezTo>
                <a:lnTo>
                  <a:pt x="4084465" y="4011646"/>
                </a:lnTo>
                <a:cubicBezTo>
                  <a:pt x="4089774" y="4010636"/>
                  <a:pt x="4095102" y="4009688"/>
                  <a:pt x="4100678" y="4010107"/>
                </a:cubicBezTo>
                <a:cubicBezTo>
                  <a:pt x="4131861" y="4004550"/>
                  <a:pt x="4163754" y="4001569"/>
                  <a:pt x="4196139" y="4001042"/>
                </a:cubicBezTo>
                <a:close/>
                <a:moveTo>
                  <a:pt x="2543827" y="3999419"/>
                </a:moveTo>
                <a:lnTo>
                  <a:pt x="2560914" y="4001042"/>
                </a:lnTo>
                <a:cubicBezTo>
                  <a:pt x="2593300" y="4001569"/>
                  <a:pt x="2625192" y="4004550"/>
                  <a:pt x="2656376" y="4010107"/>
                </a:cubicBezTo>
                <a:cubicBezTo>
                  <a:pt x="2661952" y="4009688"/>
                  <a:pt x="2667280" y="4010636"/>
                  <a:pt x="2672588" y="4011646"/>
                </a:cubicBezTo>
                <a:lnTo>
                  <a:pt x="2672706" y="4012794"/>
                </a:lnTo>
                <a:cubicBezTo>
                  <a:pt x="2984785" y="4064450"/>
                  <a:pt x="3238014" y="4283539"/>
                  <a:pt x="3331377" y="4572001"/>
                </a:cubicBezTo>
                <a:lnTo>
                  <a:pt x="3193830" y="4572001"/>
                </a:lnTo>
                <a:cubicBezTo>
                  <a:pt x="3110446" y="4357380"/>
                  <a:pt x="2920078" y="4194541"/>
                  <a:pt x="2686076" y="4144250"/>
                </a:cubicBezTo>
                <a:cubicBezTo>
                  <a:pt x="2720570" y="4319650"/>
                  <a:pt x="2822793" y="4471530"/>
                  <a:pt x="2965890" y="4572001"/>
                </a:cubicBezTo>
                <a:lnTo>
                  <a:pt x="2771649" y="4572001"/>
                </a:lnTo>
                <a:cubicBezTo>
                  <a:pt x="2655518" y="4452596"/>
                  <a:pt x="2576955" y="4298519"/>
                  <a:pt x="2552590" y="4127511"/>
                </a:cubicBezTo>
                <a:cubicBezTo>
                  <a:pt x="2552423" y="4127458"/>
                  <a:pt x="2552254" y="4127453"/>
                  <a:pt x="2552085" y="4127448"/>
                </a:cubicBezTo>
                <a:lnTo>
                  <a:pt x="2551547" y="4120772"/>
                </a:lnTo>
                <a:cubicBezTo>
                  <a:pt x="2546488" y="4090522"/>
                  <a:pt x="2544037" y="4059631"/>
                  <a:pt x="2544079" y="4028296"/>
                </a:cubicBezTo>
                <a:cubicBezTo>
                  <a:pt x="2542767" y="4022668"/>
                  <a:pt x="2542709" y="4017001"/>
                  <a:pt x="2542709" y="4011320"/>
                </a:cubicBezTo>
                <a:lnTo>
                  <a:pt x="2543303" y="3999880"/>
                </a:lnTo>
                <a:lnTo>
                  <a:pt x="2543801" y="3999913"/>
                </a:lnTo>
                <a:close/>
                <a:moveTo>
                  <a:pt x="2521076" y="3999419"/>
                </a:moveTo>
                <a:lnTo>
                  <a:pt x="2521102" y="3999913"/>
                </a:lnTo>
                <a:lnTo>
                  <a:pt x="2521600" y="3999880"/>
                </a:lnTo>
                <a:lnTo>
                  <a:pt x="2522194" y="4011320"/>
                </a:lnTo>
                <a:cubicBezTo>
                  <a:pt x="2522194" y="4017001"/>
                  <a:pt x="2522135" y="4022668"/>
                  <a:pt x="2520823" y="4028296"/>
                </a:cubicBezTo>
                <a:cubicBezTo>
                  <a:pt x="2520865" y="4059631"/>
                  <a:pt x="2518415" y="4090522"/>
                  <a:pt x="2513356" y="4120772"/>
                </a:cubicBezTo>
                <a:lnTo>
                  <a:pt x="2512818" y="4127448"/>
                </a:lnTo>
                <a:cubicBezTo>
                  <a:pt x="2512648" y="4127453"/>
                  <a:pt x="2512480" y="4127458"/>
                  <a:pt x="2512312" y="4127511"/>
                </a:cubicBezTo>
                <a:cubicBezTo>
                  <a:pt x="2487947" y="4298519"/>
                  <a:pt x="2409385" y="4452596"/>
                  <a:pt x="2293253" y="4572001"/>
                </a:cubicBezTo>
                <a:lnTo>
                  <a:pt x="2099012" y="4572001"/>
                </a:lnTo>
                <a:cubicBezTo>
                  <a:pt x="2242110" y="4471530"/>
                  <a:pt x="2344333" y="4319651"/>
                  <a:pt x="2378827" y="4144250"/>
                </a:cubicBezTo>
                <a:cubicBezTo>
                  <a:pt x="2144825" y="4194541"/>
                  <a:pt x="1954456" y="4357380"/>
                  <a:pt x="1871073" y="4572001"/>
                </a:cubicBezTo>
                <a:lnTo>
                  <a:pt x="1733525" y="4572001"/>
                </a:lnTo>
                <a:cubicBezTo>
                  <a:pt x="1826888" y="4283539"/>
                  <a:pt x="2080118" y="4064450"/>
                  <a:pt x="2392197" y="4012794"/>
                </a:cubicBezTo>
                <a:lnTo>
                  <a:pt x="2392314" y="4011646"/>
                </a:lnTo>
                <a:cubicBezTo>
                  <a:pt x="2397623" y="4010636"/>
                  <a:pt x="2402951" y="4009688"/>
                  <a:pt x="2408527" y="4010107"/>
                </a:cubicBezTo>
                <a:cubicBezTo>
                  <a:pt x="2439710" y="4004550"/>
                  <a:pt x="2471603" y="4001569"/>
                  <a:pt x="2503988" y="4001042"/>
                </a:cubicBezTo>
                <a:close/>
                <a:moveTo>
                  <a:pt x="851676" y="3999419"/>
                </a:moveTo>
                <a:lnTo>
                  <a:pt x="868763" y="4001042"/>
                </a:lnTo>
                <a:cubicBezTo>
                  <a:pt x="901149" y="4001569"/>
                  <a:pt x="933041" y="4004550"/>
                  <a:pt x="964225" y="4010107"/>
                </a:cubicBezTo>
                <a:cubicBezTo>
                  <a:pt x="969801" y="4009688"/>
                  <a:pt x="975129" y="4010636"/>
                  <a:pt x="980437" y="4011646"/>
                </a:cubicBezTo>
                <a:lnTo>
                  <a:pt x="980555" y="4012794"/>
                </a:lnTo>
                <a:cubicBezTo>
                  <a:pt x="1292634" y="4064450"/>
                  <a:pt x="1545864" y="4283539"/>
                  <a:pt x="1639226" y="4572001"/>
                </a:cubicBezTo>
                <a:lnTo>
                  <a:pt x="1501679" y="4572001"/>
                </a:lnTo>
                <a:cubicBezTo>
                  <a:pt x="1418296" y="4357380"/>
                  <a:pt x="1227927" y="4194541"/>
                  <a:pt x="993925" y="4144250"/>
                </a:cubicBezTo>
                <a:cubicBezTo>
                  <a:pt x="1028419" y="4319651"/>
                  <a:pt x="1130642" y="4471530"/>
                  <a:pt x="1273740" y="4572001"/>
                </a:cubicBezTo>
                <a:lnTo>
                  <a:pt x="1079499" y="4572001"/>
                </a:lnTo>
                <a:cubicBezTo>
                  <a:pt x="963367" y="4452596"/>
                  <a:pt x="884804" y="4298519"/>
                  <a:pt x="860439" y="4127511"/>
                </a:cubicBezTo>
                <a:cubicBezTo>
                  <a:pt x="860272" y="4127458"/>
                  <a:pt x="860103" y="4127453"/>
                  <a:pt x="859934" y="4127448"/>
                </a:cubicBezTo>
                <a:lnTo>
                  <a:pt x="859396" y="4120772"/>
                </a:lnTo>
                <a:cubicBezTo>
                  <a:pt x="854337" y="4090522"/>
                  <a:pt x="851886" y="4059631"/>
                  <a:pt x="851928" y="4028296"/>
                </a:cubicBezTo>
                <a:cubicBezTo>
                  <a:pt x="850616" y="4022668"/>
                  <a:pt x="850558" y="4017001"/>
                  <a:pt x="850558" y="4011320"/>
                </a:cubicBezTo>
                <a:lnTo>
                  <a:pt x="851152" y="3999880"/>
                </a:lnTo>
                <a:lnTo>
                  <a:pt x="851650" y="3999913"/>
                </a:lnTo>
                <a:close/>
                <a:moveTo>
                  <a:pt x="828925" y="3999419"/>
                </a:moveTo>
                <a:lnTo>
                  <a:pt x="828951" y="3999913"/>
                </a:lnTo>
                <a:lnTo>
                  <a:pt x="829449" y="3999880"/>
                </a:lnTo>
                <a:lnTo>
                  <a:pt x="830043" y="4011320"/>
                </a:lnTo>
                <a:cubicBezTo>
                  <a:pt x="830043" y="4017001"/>
                  <a:pt x="829984" y="4022668"/>
                  <a:pt x="828672" y="4028296"/>
                </a:cubicBezTo>
                <a:cubicBezTo>
                  <a:pt x="828714" y="4059631"/>
                  <a:pt x="826264" y="4090522"/>
                  <a:pt x="821205" y="4120772"/>
                </a:cubicBezTo>
                <a:lnTo>
                  <a:pt x="820667" y="4127448"/>
                </a:lnTo>
                <a:cubicBezTo>
                  <a:pt x="820497" y="4127453"/>
                  <a:pt x="820329" y="4127458"/>
                  <a:pt x="820161" y="4127511"/>
                </a:cubicBezTo>
                <a:cubicBezTo>
                  <a:pt x="795796" y="4298519"/>
                  <a:pt x="717234" y="4452596"/>
                  <a:pt x="601102" y="4572001"/>
                </a:cubicBezTo>
                <a:lnTo>
                  <a:pt x="406861" y="4572001"/>
                </a:lnTo>
                <a:cubicBezTo>
                  <a:pt x="549959" y="4471530"/>
                  <a:pt x="652182" y="4319650"/>
                  <a:pt x="686676" y="4144250"/>
                </a:cubicBezTo>
                <a:cubicBezTo>
                  <a:pt x="452674" y="4194541"/>
                  <a:pt x="262305" y="4357380"/>
                  <a:pt x="178922" y="4572001"/>
                </a:cubicBezTo>
                <a:lnTo>
                  <a:pt x="41374" y="4572001"/>
                </a:lnTo>
                <a:cubicBezTo>
                  <a:pt x="134738" y="4283539"/>
                  <a:pt x="387967" y="4064450"/>
                  <a:pt x="700046" y="4012794"/>
                </a:cubicBezTo>
                <a:lnTo>
                  <a:pt x="700163" y="4011646"/>
                </a:lnTo>
                <a:cubicBezTo>
                  <a:pt x="705472" y="4010636"/>
                  <a:pt x="710800" y="4009688"/>
                  <a:pt x="716376" y="4010107"/>
                </a:cubicBezTo>
                <a:cubicBezTo>
                  <a:pt x="747559" y="4004550"/>
                  <a:pt x="779452" y="4001569"/>
                  <a:pt x="811837" y="4001042"/>
                </a:cubicBezTo>
                <a:close/>
                <a:moveTo>
                  <a:pt x="8305836" y="3304913"/>
                </a:moveTo>
                <a:cubicBezTo>
                  <a:pt x="8030646" y="3363591"/>
                  <a:pt x="7815802" y="3576701"/>
                  <a:pt x="7762527" y="3845480"/>
                </a:cubicBezTo>
                <a:cubicBezTo>
                  <a:pt x="8037717" y="3786801"/>
                  <a:pt x="8252560" y="3573691"/>
                  <a:pt x="8305836" y="3304913"/>
                </a:cubicBezTo>
                <a:close/>
                <a:moveTo>
                  <a:pt x="6911971" y="3304913"/>
                </a:moveTo>
                <a:cubicBezTo>
                  <a:pt x="6965247" y="3573691"/>
                  <a:pt x="7180090" y="3786801"/>
                  <a:pt x="7455280" y="3845480"/>
                </a:cubicBezTo>
                <a:cubicBezTo>
                  <a:pt x="7402005" y="3576701"/>
                  <a:pt x="7187161" y="3363591"/>
                  <a:pt x="6911971" y="3304913"/>
                </a:cubicBezTo>
                <a:close/>
                <a:moveTo>
                  <a:pt x="6613685" y="3304913"/>
                </a:moveTo>
                <a:cubicBezTo>
                  <a:pt x="6338495" y="3363591"/>
                  <a:pt x="6123651" y="3576701"/>
                  <a:pt x="6070376" y="3845480"/>
                </a:cubicBezTo>
                <a:cubicBezTo>
                  <a:pt x="6345566" y="3786801"/>
                  <a:pt x="6560409" y="3573691"/>
                  <a:pt x="6613685" y="3304913"/>
                </a:cubicBezTo>
                <a:close/>
                <a:moveTo>
                  <a:pt x="5219820" y="3304913"/>
                </a:moveTo>
                <a:cubicBezTo>
                  <a:pt x="5273096" y="3573691"/>
                  <a:pt x="5487939" y="3786801"/>
                  <a:pt x="5763129" y="3845480"/>
                </a:cubicBezTo>
                <a:cubicBezTo>
                  <a:pt x="5709854" y="3576701"/>
                  <a:pt x="5495010" y="3363591"/>
                  <a:pt x="5219820" y="3304913"/>
                </a:cubicBezTo>
                <a:close/>
                <a:moveTo>
                  <a:pt x="4921534" y="3304913"/>
                </a:moveTo>
                <a:cubicBezTo>
                  <a:pt x="4646344" y="3363591"/>
                  <a:pt x="4431500" y="3576701"/>
                  <a:pt x="4378225" y="3845480"/>
                </a:cubicBezTo>
                <a:cubicBezTo>
                  <a:pt x="4653415" y="3786801"/>
                  <a:pt x="4868259" y="3573691"/>
                  <a:pt x="4921534" y="3304913"/>
                </a:cubicBezTo>
                <a:close/>
                <a:moveTo>
                  <a:pt x="3527669" y="3304913"/>
                </a:moveTo>
                <a:cubicBezTo>
                  <a:pt x="3580945" y="3573691"/>
                  <a:pt x="3795788" y="3786801"/>
                  <a:pt x="4070978" y="3845480"/>
                </a:cubicBezTo>
                <a:cubicBezTo>
                  <a:pt x="4017703" y="3576701"/>
                  <a:pt x="3802859" y="3363591"/>
                  <a:pt x="3527669" y="3304913"/>
                </a:cubicBezTo>
                <a:close/>
                <a:moveTo>
                  <a:pt x="3229383" y="3304913"/>
                </a:moveTo>
                <a:cubicBezTo>
                  <a:pt x="2954193" y="3363591"/>
                  <a:pt x="2739349" y="3576701"/>
                  <a:pt x="2686074" y="3845480"/>
                </a:cubicBezTo>
                <a:cubicBezTo>
                  <a:pt x="2961264" y="3786801"/>
                  <a:pt x="3176107" y="3573691"/>
                  <a:pt x="3229383" y="3304913"/>
                </a:cubicBezTo>
                <a:close/>
                <a:moveTo>
                  <a:pt x="1835518" y="3304913"/>
                </a:moveTo>
                <a:cubicBezTo>
                  <a:pt x="1888794" y="3573691"/>
                  <a:pt x="2103637" y="3786801"/>
                  <a:pt x="2378827" y="3845480"/>
                </a:cubicBezTo>
                <a:cubicBezTo>
                  <a:pt x="2325552" y="3576701"/>
                  <a:pt x="2110708" y="3363591"/>
                  <a:pt x="1835518" y="3304913"/>
                </a:cubicBezTo>
                <a:close/>
                <a:moveTo>
                  <a:pt x="1537232" y="3304913"/>
                </a:moveTo>
                <a:cubicBezTo>
                  <a:pt x="1262042" y="3363591"/>
                  <a:pt x="1047198" y="3576701"/>
                  <a:pt x="993923" y="3845480"/>
                </a:cubicBezTo>
                <a:cubicBezTo>
                  <a:pt x="1269113" y="3786801"/>
                  <a:pt x="1483956" y="3573691"/>
                  <a:pt x="1537232" y="3304913"/>
                </a:cubicBezTo>
                <a:close/>
                <a:moveTo>
                  <a:pt x="143367" y="3304913"/>
                </a:moveTo>
                <a:cubicBezTo>
                  <a:pt x="196643" y="3573691"/>
                  <a:pt x="411486" y="3786801"/>
                  <a:pt x="686676" y="3845480"/>
                </a:cubicBezTo>
                <a:cubicBezTo>
                  <a:pt x="633401" y="3576701"/>
                  <a:pt x="418557" y="3363591"/>
                  <a:pt x="143367" y="3304913"/>
                </a:cubicBezTo>
                <a:close/>
                <a:moveTo>
                  <a:pt x="8461873" y="3161219"/>
                </a:moveTo>
                <a:lnTo>
                  <a:pt x="8478960" y="3162829"/>
                </a:lnTo>
                <a:cubicBezTo>
                  <a:pt x="8511346" y="3163352"/>
                  <a:pt x="8543239" y="3166310"/>
                  <a:pt x="8574422" y="3171823"/>
                </a:cubicBezTo>
                <a:cubicBezTo>
                  <a:pt x="8579998" y="3171407"/>
                  <a:pt x="8585326" y="3172348"/>
                  <a:pt x="8590635" y="3173350"/>
                </a:cubicBezTo>
                <a:lnTo>
                  <a:pt x="8590752" y="3174489"/>
                </a:lnTo>
                <a:cubicBezTo>
                  <a:pt x="8815033" y="3211322"/>
                  <a:pt x="9008920" y="3333951"/>
                  <a:pt x="9135069" y="3506215"/>
                </a:cubicBezTo>
                <a:lnTo>
                  <a:pt x="9139239" y="3512974"/>
                </a:lnTo>
                <a:lnTo>
                  <a:pt x="9139239" y="3816134"/>
                </a:lnTo>
                <a:lnTo>
                  <a:pt x="9120077" y="3747490"/>
                </a:lnTo>
                <a:cubicBezTo>
                  <a:pt x="9039502" y="3525837"/>
                  <a:pt x="8844913" y="3356256"/>
                  <a:pt x="8604122" y="3304913"/>
                </a:cubicBezTo>
                <a:cubicBezTo>
                  <a:pt x="8650738" y="3540094"/>
                  <a:pt x="8821055" y="3732654"/>
                  <a:pt x="9047261" y="3816429"/>
                </a:cubicBezTo>
                <a:lnTo>
                  <a:pt x="9139239" y="3843104"/>
                </a:lnTo>
                <a:lnTo>
                  <a:pt x="9139239" y="3970603"/>
                </a:lnTo>
                <a:lnTo>
                  <a:pt x="9030179" y="3943797"/>
                </a:lnTo>
                <a:cubicBezTo>
                  <a:pt x="8735297" y="3846211"/>
                  <a:pt x="8514628" y="3594637"/>
                  <a:pt x="8470637" y="3288305"/>
                </a:cubicBezTo>
                <a:cubicBezTo>
                  <a:pt x="8470469" y="3288253"/>
                  <a:pt x="8470301" y="3288248"/>
                  <a:pt x="8470131" y="3288243"/>
                </a:cubicBezTo>
                <a:lnTo>
                  <a:pt x="8469593" y="3281619"/>
                </a:lnTo>
                <a:cubicBezTo>
                  <a:pt x="8464534" y="3251607"/>
                  <a:pt x="8462083" y="3220958"/>
                  <a:pt x="8462126" y="3189869"/>
                </a:cubicBezTo>
                <a:cubicBezTo>
                  <a:pt x="8460814" y="3184286"/>
                  <a:pt x="8460755" y="3178663"/>
                  <a:pt x="8460755" y="3173027"/>
                </a:cubicBezTo>
                <a:lnTo>
                  <a:pt x="8461349" y="3161677"/>
                </a:lnTo>
                <a:lnTo>
                  <a:pt x="8461847" y="3161709"/>
                </a:lnTo>
                <a:close/>
                <a:moveTo>
                  <a:pt x="8448085" y="3161219"/>
                </a:moveTo>
                <a:lnTo>
                  <a:pt x="8448111" y="3161709"/>
                </a:lnTo>
                <a:lnTo>
                  <a:pt x="8448609" y="3161677"/>
                </a:lnTo>
                <a:lnTo>
                  <a:pt x="8449203" y="3173027"/>
                </a:lnTo>
                <a:cubicBezTo>
                  <a:pt x="8449203" y="3178663"/>
                  <a:pt x="8449144" y="3184286"/>
                  <a:pt x="8447832" y="3189869"/>
                </a:cubicBezTo>
                <a:cubicBezTo>
                  <a:pt x="8447875" y="3220958"/>
                  <a:pt x="8445424" y="3251607"/>
                  <a:pt x="8440365" y="3281619"/>
                </a:cubicBezTo>
                <a:lnTo>
                  <a:pt x="8439827" y="3288243"/>
                </a:lnTo>
                <a:cubicBezTo>
                  <a:pt x="8439657" y="3288248"/>
                  <a:pt x="8439489" y="3288253"/>
                  <a:pt x="8439321" y="3288305"/>
                </a:cubicBezTo>
                <a:cubicBezTo>
                  <a:pt x="8389046" y="3638399"/>
                  <a:pt x="8108007" y="3916971"/>
                  <a:pt x="7749156" y="3975903"/>
                </a:cubicBezTo>
                <a:lnTo>
                  <a:pt x="7749040" y="3977042"/>
                </a:lnTo>
                <a:cubicBezTo>
                  <a:pt x="7743729" y="3978045"/>
                  <a:pt x="7738400" y="3978986"/>
                  <a:pt x="7732823" y="3978570"/>
                </a:cubicBezTo>
                <a:cubicBezTo>
                  <a:pt x="7701651" y="3984080"/>
                  <a:pt x="7669771" y="3987038"/>
                  <a:pt x="7637396" y="3987561"/>
                </a:cubicBezTo>
                <a:lnTo>
                  <a:pt x="7620278" y="3989174"/>
                </a:lnTo>
                <a:lnTo>
                  <a:pt x="7620252" y="3988683"/>
                </a:lnTo>
                <a:lnTo>
                  <a:pt x="7619753" y="3988716"/>
                </a:lnTo>
                <a:cubicBezTo>
                  <a:pt x="7619187" y="3984944"/>
                  <a:pt x="7619160" y="3981158"/>
                  <a:pt x="7619160" y="3977366"/>
                </a:cubicBezTo>
                <a:cubicBezTo>
                  <a:pt x="7619160" y="3971728"/>
                  <a:pt x="7619219" y="3966104"/>
                  <a:pt x="7620531" y="3960518"/>
                </a:cubicBezTo>
                <a:cubicBezTo>
                  <a:pt x="7620488" y="3929436"/>
                  <a:pt x="7622938" y="3898794"/>
                  <a:pt x="7627995" y="3868787"/>
                </a:cubicBezTo>
                <a:lnTo>
                  <a:pt x="7628535" y="3862150"/>
                </a:lnTo>
                <a:cubicBezTo>
                  <a:pt x="7628704" y="3862145"/>
                  <a:pt x="7628873" y="3862140"/>
                  <a:pt x="7629040" y="3862087"/>
                </a:cubicBezTo>
                <a:cubicBezTo>
                  <a:pt x="7679317" y="3511992"/>
                  <a:pt x="7960356" y="3233421"/>
                  <a:pt x="8319206" y="3174489"/>
                </a:cubicBezTo>
                <a:lnTo>
                  <a:pt x="8319323" y="3173350"/>
                </a:lnTo>
                <a:cubicBezTo>
                  <a:pt x="8324632" y="3172348"/>
                  <a:pt x="8329960" y="3171407"/>
                  <a:pt x="8335536" y="3171823"/>
                </a:cubicBezTo>
                <a:cubicBezTo>
                  <a:pt x="8366719" y="3166310"/>
                  <a:pt x="8398612" y="3163352"/>
                  <a:pt x="8430998" y="3162829"/>
                </a:cubicBezTo>
                <a:close/>
                <a:moveTo>
                  <a:pt x="6769722" y="3161219"/>
                </a:moveTo>
                <a:lnTo>
                  <a:pt x="6786810" y="3162829"/>
                </a:lnTo>
                <a:cubicBezTo>
                  <a:pt x="6819195" y="3163352"/>
                  <a:pt x="6851088" y="3166310"/>
                  <a:pt x="6882271" y="3171823"/>
                </a:cubicBezTo>
                <a:cubicBezTo>
                  <a:pt x="6887847" y="3171407"/>
                  <a:pt x="6893175" y="3172348"/>
                  <a:pt x="6898484" y="3173350"/>
                </a:cubicBezTo>
                <a:lnTo>
                  <a:pt x="6898601" y="3174489"/>
                </a:lnTo>
                <a:cubicBezTo>
                  <a:pt x="7257451" y="3233421"/>
                  <a:pt x="7538490" y="3511992"/>
                  <a:pt x="7588766" y="3862087"/>
                </a:cubicBezTo>
                <a:cubicBezTo>
                  <a:pt x="7588934" y="3862140"/>
                  <a:pt x="7589103" y="3862145"/>
                  <a:pt x="7589272" y="3862150"/>
                </a:cubicBezTo>
                <a:lnTo>
                  <a:pt x="7589812" y="3868787"/>
                </a:lnTo>
                <a:cubicBezTo>
                  <a:pt x="7594869" y="3898794"/>
                  <a:pt x="7597319" y="3929436"/>
                  <a:pt x="7597276" y="3960518"/>
                </a:cubicBezTo>
                <a:cubicBezTo>
                  <a:pt x="7598588" y="3966104"/>
                  <a:pt x="7598647" y="3971728"/>
                  <a:pt x="7598647" y="3977366"/>
                </a:cubicBezTo>
                <a:cubicBezTo>
                  <a:pt x="7598647" y="3981158"/>
                  <a:pt x="7598620" y="3984944"/>
                  <a:pt x="7598054" y="3988716"/>
                </a:cubicBezTo>
                <a:lnTo>
                  <a:pt x="7597555" y="3988683"/>
                </a:lnTo>
                <a:lnTo>
                  <a:pt x="7597529" y="3989174"/>
                </a:lnTo>
                <a:lnTo>
                  <a:pt x="7580411" y="3987561"/>
                </a:lnTo>
                <a:cubicBezTo>
                  <a:pt x="7548036" y="3987038"/>
                  <a:pt x="7516156" y="3984080"/>
                  <a:pt x="7484984" y="3978570"/>
                </a:cubicBezTo>
                <a:cubicBezTo>
                  <a:pt x="7479407" y="3978986"/>
                  <a:pt x="7474078" y="3978045"/>
                  <a:pt x="7468767" y="3977042"/>
                </a:cubicBezTo>
                <a:lnTo>
                  <a:pt x="7468651" y="3975903"/>
                </a:lnTo>
                <a:cubicBezTo>
                  <a:pt x="7109800" y="3916971"/>
                  <a:pt x="6828761" y="3638399"/>
                  <a:pt x="6778486" y="3288305"/>
                </a:cubicBezTo>
                <a:cubicBezTo>
                  <a:pt x="6778318" y="3288253"/>
                  <a:pt x="6778150" y="3288248"/>
                  <a:pt x="6777980" y="3288243"/>
                </a:cubicBezTo>
                <a:lnTo>
                  <a:pt x="6777442" y="3281619"/>
                </a:lnTo>
                <a:cubicBezTo>
                  <a:pt x="6772383" y="3251607"/>
                  <a:pt x="6769933" y="3220958"/>
                  <a:pt x="6769975" y="3189869"/>
                </a:cubicBezTo>
                <a:cubicBezTo>
                  <a:pt x="6768663" y="3184286"/>
                  <a:pt x="6768604" y="3178663"/>
                  <a:pt x="6768604" y="3173027"/>
                </a:cubicBezTo>
                <a:lnTo>
                  <a:pt x="6769198" y="3161677"/>
                </a:lnTo>
                <a:lnTo>
                  <a:pt x="6769696" y="3161709"/>
                </a:lnTo>
                <a:close/>
                <a:moveTo>
                  <a:pt x="6755934" y="3161219"/>
                </a:moveTo>
                <a:lnTo>
                  <a:pt x="6755960" y="3161709"/>
                </a:lnTo>
                <a:lnTo>
                  <a:pt x="6756458" y="3161677"/>
                </a:lnTo>
                <a:lnTo>
                  <a:pt x="6757052" y="3173027"/>
                </a:lnTo>
                <a:cubicBezTo>
                  <a:pt x="6757052" y="3178663"/>
                  <a:pt x="6756994" y="3184286"/>
                  <a:pt x="6755682" y="3189869"/>
                </a:cubicBezTo>
                <a:cubicBezTo>
                  <a:pt x="6755724" y="3220958"/>
                  <a:pt x="6753273" y="3251607"/>
                  <a:pt x="6748215" y="3281619"/>
                </a:cubicBezTo>
                <a:lnTo>
                  <a:pt x="6747676" y="3288243"/>
                </a:lnTo>
                <a:cubicBezTo>
                  <a:pt x="6747507" y="3288248"/>
                  <a:pt x="6747338" y="3288253"/>
                  <a:pt x="6747171" y="3288305"/>
                </a:cubicBezTo>
                <a:cubicBezTo>
                  <a:pt x="6696895" y="3638399"/>
                  <a:pt x="6415856" y="3916971"/>
                  <a:pt x="6057005" y="3975903"/>
                </a:cubicBezTo>
                <a:lnTo>
                  <a:pt x="6056889" y="3977042"/>
                </a:lnTo>
                <a:cubicBezTo>
                  <a:pt x="6051578" y="3978045"/>
                  <a:pt x="6046249" y="3978986"/>
                  <a:pt x="6040672" y="3978570"/>
                </a:cubicBezTo>
                <a:cubicBezTo>
                  <a:pt x="6009500" y="3984080"/>
                  <a:pt x="5977620" y="3987038"/>
                  <a:pt x="5945246" y="3987561"/>
                </a:cubicBezTo>
                <a:lnTo>
                  <a:pt x="5928127" y="3989174"/>
                </a:lnTo>
                <a:lnTo>
                  <a:pt x="5928101" y="3988683"/>
                </a:lnTo>
                <a:lnTo>
                  <a:pt x="5927602" y="3988716"/>
                </a:lnTo>
                <a:cubicBezTo>
                  <a:pt x="5927036" y="3984944"/>
                  <a:pt x="5927009" y="3981158"/>
                  <a:pt x="5927009" y="3977366"/>
                </a:cubicBezTo>
                <a:cubicBezTo>
                  <a:pt x="5927009" y="3971728"/>
                  <a:pt x="5927068" y="3966104"/>
                  <a:pt x="5928380" y="3960518"/>
                </a:cubicBezTo>
                <a:cubicBezTo>
                  <a:pt x="5928338" y="3929436"/>
                  <a:pt x="5930787" y="3898794"/>
                  <a:pt x="5935844" y="3868787"/>
                </a:cubicBezTo>
                <a:lnTo>
                  <a:pt x="5936384" y="3862150"/>
                </a:lnTo>
                <a:cubicBezTo>
                  <a:pt x="5936553" y="3862145"/>
                  <a:pt x="5936722" y="3862140"/>
                  <a:pt x="5936890" y="3862087"/>
                </a:cubicBezTo>
                <a:cubicBezTo>
                  <a:pt x="5987166" y="3511992"/>
                  <a:pt x="6268205" y="3233421"/>
                  <a:pt x="6627056" y="3174489"/>
                </a:cubicBezTo>
                <a:lnTo>
                  <a:pt x="6627173" y="3173350"/>
                </a:lnTo>
                <a:cubicBezTo>
                  <a:pt x="6632481" y="3172348"/>
                  <a:pt x="6637809" y="3171407"/>
                  <a:pt x="6643385" y="3171823"/>
                </a:cubicBezTo>
                <a:cubicBezTo>
                  <a:pt x="6674569" y="3166310"/>
                  <a:pt x="6706461" y="3163352"/>
                  <a:pt x="6738847" y="3162829"/>
                </a:cubicBezTo>
                <a:close/>
                <a:moveTo>
                  <a:pt x="5077571" y="3161219"/>
                </a:moveTo>
                <a:lnTo>
                  <a:pt x="5094659" y="3162829"/>
                </a:lnTo>
                <a:cubicBezTo>
                  <a:pt x="5127044" y="3163352"/>
                  <a:pt x="5158937" y="3166310"/>
                  <a:pt x="5190120" y="3171823"/>
                </a:cubicBezTo>
                <a:cubicBezTo>
                  <a:pt x="5195696" y="3171407"/>
                  <a:pt x="5201024" y="3172348"/>
                  <a:pt x="5206334" y="3173350"/>
                </a:cubicBezTo>
                <a:lnTo>
                  <a:pt x="5206450" y="3174489"/>
                </a:lnTo>
                <a:cubicBezTo>
                  <a:pt x="5565300" y="3233421"/>
                  <a:pt x="5846339" y="3511992"/>
                  <a:pt x="5896616" y="3862087"/>
                </a:cubicBezTo>
                <a:cubicBezTo>
                  <a:pt x="5896783" y="3862140"/>
                  <a:pt x="5896953" y="3862145"/>
                  <a:pt x="5897121" y="3862150"/>
                </a:cubicBezTo>
                <a:lnTo>
                  <a:pt x="5897662" y="3868787"/>
                </a:lnTo>
                <a:cubicBezTo>
                  <a:pt x="5902718" y="3898794"/>
                  <a:pt x="5905168" y="3929436"/>
                  <a:pt x="5905126" y="3960518"/>
                </a:cubicBezTo>
                <a:cubicBezTo>
                  <a:pt x="5906438" y="3966104"/>
                  <a:pt x="5906496" y="3971728"/>
                  <a:pt x="5906496" y="3977366"/>
                </a:cubicBezTo>
                <a:cubicBezTo>
                  <a:pt x="5906496" y="3981158"/>
                  <a:pt x="5906469" y="3984944"/>
                  <a:pt x="5905903" y="3988716"/>
                </a:cubicBezTo>
                <a:lnTo>
                  <a:pt x="5905404" y="3988683"/>
                </a:lnTo>
                <a:lnTo>
                  <a:pt x="5905378" y="3989174"/>
                </a:lnTo>
                <a:lnTo>
                  <a:pt x="5888260" y="3987561"/>
                </a:lnTo>
                <a:cubicBezTo>
                  <a:pt x="5855886" y="3987038"/>
                  <a:pt x="5824005" y="3984080"/>
                  <a:pt x="5792833" y="3978570"/>
                </a:cubicBezTo>
                <a:cubicBezTo>
                  <a:pt x="5787256" y="3978986"/>
                  <a:pt x="5781927" y="3978045"/>
                  <a:pt x="5776617" y="3977042"/>
                </a:cubicBezTo>
                <a:lnTo>
                  <a:pt x="5776501" y="3975903"/>
                </a:lnTo>
                <a:cubicBezTo>
                  <a:pt x="5417649" y="3916971"/>
                  <a:pt x="5136610" y="3638399"/>
                  <a:pt x="5086335" y="3288305"/>
                </a:cubicBezTo>
                <a:cubicBezTo>
                  <a:pt x="5086167" y="3288253"/>
                  <a:pt x="5085999" y="3288248"/>
                  <a:pt x="5085830" y="3288243"/>
                </a:cubicBezTo>
                <a:lnTo>
                  <a:pt x="5085291" y="3281619"/>
                </a:lnTo>
                <a:cubicBezTo>
                  <a:pt x="5080233" y="3251607"/>
                  <a:pt x="5077782" y="3220958"/>
                  <a:pt x="5077824" y="3189869"/>
                </a:cubicBezTo>
                <a:cubicBezTo>
                  <a:pt x="5076512" y="3184286"/>
                  <a:pt x="5076453" y="3178663"/>
                  <a:pt x="5076453" y="3173027"/>
                </a:cubicBezTo>
                <a:lnTo>
                  <a:pt x="5077047" y="3161677"/>
                </a:lnTo>
                <a:lnTo>
                  <a:pt x="5077545" y="3161709"/>
                </a:lnTo>
                <a:close/>
                <a:moveTo>
                  <a:pt x="5063783" y="3161219"/>
                </a:moveTo>
                <a:lnTo>
                  <a:pt x="5063809" y="3161709"/>
                </a:lnTo>
                <a:lnTo>
                  <a:pt x="5064307" y="3161677"/>
                </a:lnTo>
                <a:lnTo>
                  <a:pt x="5064902" y="3173027"/>
                </a:lnTo>
                <a:cubicBezTo>
                  <a:pt x="5064902" y="3178663"/>
                  <a:pt x="5064842" y="3184286"/>
                  <a:pt x="5063530" y="3189869"/>
                </a:cubicBezTo>
                <a:cubicBezTo>
                  <a:pt x="5063572" y="3220958"/>
                  <a:pt x="5061122" y="3251607"/>
                  <a:pt x="5056063" y="3281619"/>
                </a:cubicBezTo>
                <a:lnTo>
                  <a:pt x="5055525" y="3288243"/>
                </a:lnTo>
                <a:cubicBezTo>
                  <a:pt x="5055355" y="3288248"/>
                  <a:pt x="5055187" y="3288253"/>
                  <a:pt x="5055019" y="3288305"/>
                </a:cubicBezTo>
                <a:cubicBezTo>
                  <a:pt x="5004744" y="3638399"/>
                  <a:pt x="4723705" y="3916971"/>
                  <a:pt x="4364853" y="3975903"/>
                </a:cubicBezTo>
                <a:lnTo>
                  <a:pt x="4364737" y="3977042"/>
                </a:lnTo>
                <a:cubicBezTo>
                  <a:pt x="4359427" y="3978045"/>
                  <a:pt x="4354098" y="3978986"/>
                  <a:pt x="4348521" y="3978570"/>
                </a:cubicBezTo>
                <a:cubicBezTo>
                  <a:pt x="4317350" y="3984080"/>
                  <a:pt x="4285468" y="3987038"/>
                  <a:pt x="4253094" y="3987561"/>
                </a:cubicBezTo>
                <a:lnTo>
                  <a:pt x="4235976" y="3989174"/>
                </a:lnTo>
                <a:lnTo>
                  <a:pt x="4235950" y="3988683"/>
                </a:lnTo>
                <a:lnTo>
                  <a:pt x="4235451" y="3988716"/>
                </a:lnTo>
                <a:cubicBezTo>
                  <a:pt x="4234885" y="3984944"/>
                  <a:pt x="4234858" y="3981158"/>
                  <a:pt x="4234858" y="3977366"/>
                </a:cubicBezTo>
                <a:cubicBezTo>
                  <a:pt x="4234858" y="3971728"/>
                  <a:pt x="4234916" y="3966104"/>
                  <a:pt x="4236228" y="3960518"/>
                </a:cubicBezTo>
                <a:cubicBezTo>
                  <a:pt x="4236186" y="3929436"/>
                  <a:pt x="4238636" y="3898794"/>
                  <a:pt x="4243692" y="3868787"/>
                </a:cubicBezTo>
                <a:lnTo>
                  <a:pt x="4244233" y="3862150"/>
                </a:lnTo>
                <a:cubicBezTo>
                  <a:pt x="4244401" y="3862145"/>
                  <a:pt x="4244571" y="3862140"/>
                  <a:pt x="4244738" y="3862087"/>
                </a:cubicBezTo>
                <a:cubicBezTo>
                  <a:pt x="4295015" y="3511992"/>
                  <a:pt x="4576054" y="3233421"/>
                  <a:pt x="4934904" y="3174489"/>
                </a:cubicBezTo>
                <a:lnTo>
                  <a:pt x="4935021" y="3173350"/>
                </a:lnTo>
                <a:cubicBezTo>
                  <a:pt x="4940330" y="3172348"/>
                  <a:pt x="4945658" y="3171407"/>
                  <a:pt x="4951234" y="3171823"/>
                </a:cubicBezTo>
                <a:cubicBezTo>
                  <a:pt x="4982417" y="3166310"/>
                  <a:pt x="5014310" y="3163352"/>
                  <a:pt x="5046695" y="3162829"/>
                </a:cubicBezTo>
                <a:close/>
                <a:moveTo>
                  <a:pt x="3385420" y="3161219"/>
                </a:moveTo>
                <a:lnTo>
                  <a:pt x="3402507" y="3162829"/>
                </a:lnTo>
                <a:cubicBezTo>
                  <a:pt x="3434893" y="3163352"/>
                  <a:pt x="3466785" y="3166310"/>
                  <a:pt x="3497969" y="3171823"/>
                </a:cubicBezTo>
                <a:cubicBezTo>
                  <a:pt x="3503545" y="3171407"/>
                  <a:pt x="3508873" y="3172348"/>
                  <a:pt x="3514181" y="3173350"/>
                </a:cubicBezTo>
                <a:lnTo>
                  <a:pt x="3514298" y="3174489"/>
                </a:lnTo>
                <a:cubicBezTo>
                  <a:pt x="3873149" y="3233421"/>
                  <a:pt x="4154188" y="3511992"/>
                  <a:pt x="4204464" y="3862087"/>
                </a:cubicBezTo>
                <a:cubicBezTo>
                  <a:pt x="4204632" y="3862140"/>
                  <a:pt x="4204801" y="3862145"/>
                  <a:pt x="4204970" y="3862150"/>
                </a:cubicBezTo>
                <a:lnTo>
                  <a:pt x="4205510" y="3868787"/>
                </a:lnTo>
                <a:cubicBezTo>
                  <a:pt x="4210567" y="3898794"/>
                  <a:pt x="4213016" y="3929436"/>
                  <a:pt x="4212974" y="3960518"/>
                </a:cubicBezTo>
                <a:cubicBezTo>
                  <a:pt x="4214286" y="3966104"/>
                  <a:pt x="4214345" y="3971728"/>
                  <a:pt x="4214345" y="3977366"/>
                </a:cubicBezTo>
                <a:cubicBezTo>
                  <a:pt x="4214345" y="3981158"/>
                  <a:pt x="4214318" y="3984944"/>
                  <a:pt x="4213752" y="3988716"/>
                </a:cubicBezTo>
                <a:lnTo>
                  <a:pt x="4213253" y="3988683"/>
                </a:lnTo>
                <a:lnTo>
                  <a:pt x="4213227" y="3989174"/>
                </a:lnTo>
                <a:lnTo>
                  <a:pt x="4196108" y="3987561"/>
                </a:lnTo>
                <a:cubicBezTo>
                  <a:pt x="4163734" y="3987038"/>
                  <a:pt x="4131854" y="3984080"/>
                  <a:pt x="4100682" y="3978570"/>
                </a:cubicBezTo>
                <a:cubicBezTo>
                  <a:pt x="4095105" y="3978986"/>
                  <a:pt x="4089776" y="3978045"/>
                  <a:pt x="4084465" y="3977042"/>
                </a:cubicBezTo>
                <a:lnTo>
                  <a:pt x="4084349" y="3975903"/>
                </a:lnTo>
                <a:cubicBezTo>
                  <a:pt x="3725498" y="3916971"/>
                  <a:pt x="3444459" y="3638399"/>
                  <a:pt x="3394183" y="3288305"/>
                </a:cubicBezTo>
                <a:cubicBezTo>
                  <a:pt x="3394016" y="3288253"/>
                  <a:pt x="3393847" y="3288248"/>
                  <a:pt x="3393678" y="3288243"/>
                </a:cubicBezTo>
                <a:lnTo>
                  <a:pt x="3393139" y="3281619"/>
                </a:lnTo>
                <a:cubicBezTo>
                  <a:pt x="3388081" y="3251607"/>
                  <a:pt x="3385630" y="3220958"/>
                  <a:pt x="3385672" y="3189869"/>
                </a:cubicBezTo>
                <a:cubicBezTo>
                  <a:pt x="3384360" y="3184286"/>
                  <a:pt x="3384302" y="3178663"/>
                  <a:pt x="3384302" y="3173027"/>
                </a:cubicBezTo>
                <a:lnTo>
                  <a:pt x="3384896" y="3161677"/>
                </a:lnTo>
                <a:lnTo>
                  <a:pt x="3385394" y="3161709"/>
                </a:lnTo>
                <a:close/>
                <a:moveTo>
                  <a:pt x="3371632" y="3161219"/>
                </a:moveTo>
                <a:lnTo>
                  <a:pt x="3371658" y="3161709"/>
                </a:lnTo>
                <a:lnTo>
                  <a:pt x="3372156" y="3161677"/>
                </a:lnTo>
                <a:lnTo>
                  <a:pt x="3372750" y="3173027"/>
                </a:lnTo>
                <a:cubicBezTo>
                  <a:pt x="3372750" y="3178663"/>
                  <a:pt x="3372691" y="3184286"/>
                  <a:pt x="3371379" y="3189869"/>
                </a:cubicBezTo>
                <a:cubicBezTo>
                  <a:pt x="3371421" y="3220958"/>
                  <a:pt x="3368971" y="3251607"/>
                  <a:pt x="3363912" y="3281619"/>
                </a:cubicBezTo>
                <a:lnTo>
                  <a:pt x="3363374" y="3288243"/>
                </a:lnTo>
                <a:cubicBezTo>
                  <a:pt x="3363204" y="3288248"/>
                  <a:pt x="3363036" y="3288253"/>
                  <a:pt x="3362868" y="3288305"/>
                </a:cubicBezTo>
                <a:cubicBezTo>
                  <a:pt x="3312593" y="3638399"/>
                  <a:pt x="3031554" y="3916971"/>
                  <a:pt x="2672703" y="3975903"/>
                </a:cubicBezTo>
                <a:lnTo>
                  <a:pt x="2672586" y="3977042"/>
                </a:lnTo>
                <a:cubicBezTo>
                  <a:pt x="2667276" y="3978045"/>
                  <a:pt x="2661947" y="3978986"/>
                  <a:pt x="2656370" y="3978570"/>
                </a:cubicBezTo>
                <a:cubicBezTo>
                  <a:pt x="2625198" y="3984080"/>
                  <a:pt x="2593318" y="3987038"/>
                  <a:pt x="2560943" y="3987561"/>
                </a:cubicBezTo>
                <a:lnTo>
                  <a:pt x="2543825" y="3989174"/>
                </a:lnTo>
                <a:lnTo>
                  <a:pt x="2543799" y="3988683"/>
                </a:lnTo>
                <a:lnTo>
                  <a:pt x="2543300" y="3988716"/>
                </a:lnTo>
                <a:cubicBezTo>
                  <a:pt x="2542734" y="3984944"/>
                  <a:pt x="2542707" y="3981158"/>
                  <a:pt x="2542707" y="3977366"/>
                </a:cubicBezTo>
                <a:cubicBezTo>
                  <a:pt x="2542707" y="3971728"/>
                  <a:pt x="2542765" y="3966104"/>
                  <a:pt x="2544077" y="3960518"/>
                </a:cubicBezTo>
                <a:cubicBezTo>
                  <a:pt x="2544035" y="3929436"/>
                  <a:pt x="2546485" y="3898794"/>
                  <a:pt x="2551541" y="3868787"/>
                </a:cubicBezTo>
                <a:lnTo>
                  <a:pt x="2552082" y="3862150"/>
                </a:lnTo>
                <a:cubicBezTo>
                  <a:pt x="2552250" y="3862145"/>
                  <a:pt x="2552420" y="3862140"/>
                  <a:pt x="2552587" y="3862087"/>
                </a:cubicBezTo>
                <a:cubicBezTo>
                  <a:pt x="2602864" y="3511992"/>
                  <a:pt x="2883903" y="3233421"/>
                  <a:pt x="3242753" y="3174489"/>
                </a:cubicBezTo>
                <a:lnTo>
                  <a:pt x="3242870" y="3173350"/>
                </a:lnTo>
                <a:cubicBezTo>
                  <a:pt x="3248179" y="3172348"/>
                  <a:pt x="3253507" y="3171407"/>
                  <a:pt x="3259083" y="3171823"/>
                </a:cubicBezTo>
                <a:cubicBezTo>
                  <a:pt x="3290266" y="3166310"/>
                  <a:pt x="3322159" y="3163352"/>
                  <a:pt x="3354544" y="3162829"/>
                </a:cubicBezTo>
                <a:close/>
                <a:moveTo>
                  <a:pt x="1693269" y="3161219"/>
                </a:moveTo>
                <a:lnTo>
                  <a:pt x="1710356" y="3162829"/>
                </a:lnTo>
                <a:cubicBezTo>
                  <a:pt x="1742742" y="3163352"/>
                  <a:pt x="1774634" y="3166310"/>
                  <a:pt x="1805818" y="3171823"/>
                </a:cubicBezTo>
                <a:cubicBezTo>
                  <a:pt x="1811394" y="3171407"/>
                  <a:pt x="1816722" y="3172348"/>
                  <a:pt x="1822030" y="3173350"/>
                </a:cubicBezTo>
                <a:lnTo>
                  <a:pt x="1822148" y="3174489"/>
                </a:lnTo>
                <a:cubicBezTo>
                  <a:pt x="2180998" y="3233421"/>
                  <a:pt x="2462037" y="3511992"/>
                  <a:pt x="2512313" y="3862087"/>
                </a:cubicBezTo>
                <a:cubicBezTo>
                  <a:pt x="2512481" y="3862140"/>
                  <a:pt x="2512650" y="3862145"/>
                  <a:pt x="2512819" y="3862150"/>
                </a:cubicBezTo>
                <a:lnTo>
                  <a:pt x="2513359" y="3868787"/>
                </a:lnTo>
                <a:cubicBezTo>
                  <a:pt x="2518416" y="3898794"/>
                  <a:pt x="2520865" y="3929436"/>
                  <a:pt x="2520823" y="3960518"/>
                </a:cubicBezTo>
                <a:cubicBezTo>
                  <a:pt x="2522135" y="3966104"/>
                  <a:pt x="2522194" y="3971728"/>
                  <a:pt x="2522194" y="3977366"/>
                </a:cubicBezTo>
                <a:cubicBezTo>
                  <a:pt x="2522194" y="3981158"/>
                  <a:pt x="2522167" y="3984944"/>
                  <a:pt x="2521601" y="3988716"/>
                </a:cubicBezTo>
                <a:lnTo>
                  <a:pt x="2521102" y="3988683"/>
                </a:lnTo>
                <a:lnTo>
                  <a:pt x="2521076" y="3989174"/>
                </a:lnTo>
                <a:lnTo>
                  <a:pt x="2503957" y="3987561"/>
                </a:lnTo>
                <a:cubicBezTo>
                  <a:pt x="2471583" y="3987038"/>
                  <a:pt x="2439703" y="3984080"/>
                  <a:pt x="2408531" y="3978570"/>
                </a:cubicBezTo>
                <a:cubicBezTo>
                  <a:pt x="2402954" y="3978986"/>
                  <a:pt x="2397625" y="3978045"/>
                  <a:pt x="2392314" y="3977042"/>
                </a:cubicBezTo>
                <a:lnTo>
                  <a:pt x="2392198" y="3975903"/>
                </a:lnTo>
                <a:cubicBezTo>
                  <a:pt x="2033347" y="3916971"/>
                  <a:pt x="1752308" y="3638399"/>
                  <a:pt x="1702032" y="3288305"/>
                </a:cubicBezTo>
                <a:cubicBezTo>
                  <a:pt x="1701865" y="3288253"/>
                  <a:pt x="1701696" y="3288248"/>
                  <a:pt x="1701527" y="3288243"/>
                </a:cubicBezTo>
                <a:lnTo>
                  <a:pt x="1700989" y="3281619"/>
                </a:lnTo>
                <a:cubicBezTo>
                  <a:pt x="1695930" y="3251607"/>
                  <a:pt x="1693479" y="3220958"/>
                  <a:pt x="1693521" y="3189869"/>
                </a:cubicBezTo>
                <a:cubicBezTo>
                  <a:pt x="1692209" y="3184286"/>
                  <a:pt x="1692151" y="3178663"/>
                  <a:pt x="1692151" y="3173027"/>
                </a:cubicBezTo>
                <a:lnTo>
                  <a:pt x="1692745" y="3161677"/>
                </a:lnTo>
                <a:lnTo>
                  <a:pt x="1693243" y="3161709"/>
                </a:lnTo>
                <a:close/>
                <a:moveTo>
                  <a:pt x="1679481" y="3161219"/>
                </a:moveTo>
                <a:lnTo>
                  <a:pt x="1679507" y="3161709"/>
                </a:lnTo>
                <a:lnTo>
                  <a:pt x="1680005" y="3161677"/>
                </a:lnTo>
                <a:lnTo>
                  <a:pt x="1680599" y="3173027"/>
                </a:lnTo>
                <a:cubicBezTo>
                  <a:pt x="1680599" y="3178663"/>
                  <a:pt x="1680540" y="3184286"/>
                  <a:pt x="1679228" y="3189869"/>
                </a:cubicBezTo>
                <a:cubicBezTo>
                  <a:pt x="1679270" y="3220958"/>
                  <a:pt x="1676820" y="3251607"/>
                  <a:pt x="1671761" y="3281619"/>
                </a:cubicBezTo>
                <a:lnTo>
                  <a:pt x="1671223" y="3288243"/>
                </a:lnTo>
                <a:cubicBezTo>
                  <a:pt x="1671053" y="3288248"/>
                  <a:pt x="1670885" y="3288253"/>
                  <a:pt x="1670717" y="3288305"/>
                </a:cubicBezTo>
                <a:cubicBezTo>
                  <a:pt x="1620442" y="3638399"/>
                  <a:pt x="1339403" y="3916971"/>
                  <a:pt x="980552" y="3975903"/>
                </a:cubicBezTo>
                <a:lnTo>
                  <a:pt x="980435" y="3977042"/>
                </a:lnTo>
                <a:cubicBezTo>
                  <a:pt x="975125" y="3978045"/>
                  <a:pt x="969796" y="3978986"/>
                  <a:pt x="964219" y="3978570"/>
                </a:cubicBezTo>
                <a:cubicBezTo>
                  <a:pt x="933047" y="3984080"/>
                  <a:pt x="901167" y="3987038"/>
                  <a:pt x="868792" y="3987561"/>
                </a:cubicBezTo>
                <a:lnTo>
                  <a:pt x="851674" y="3989174"/>
                </a:lnTo>
                <a:lnTo>
                  <a:pt x="851648" y="3988683"/>
                </a:lnTo>
                <a:lnTo>
                  <a:pt x="851149" y="3988716"/>
                </a:lnTo>
                <a:cubicBezTo>
                  <a:pt x="850583" y="3984944"/>
                  <a:pt x="850556" y="3981158"/>
                  <a:pt x="850556" y="3977366"/>
                </a:cubicBezTo>
                <a:cubicBezTo>
                  <a:pt x="850556" y="3971728"/>
                  <a:pt x="850614" y="3966104"/>
                  <a:pt x="851926" y="3960518"/>
                </a:cubicBezTo>
                <a:cubicBezTo>
                  <a:pt x="851884" y="3929436"/>
                  <a:pt x="854334" y="3898794"/>
                  <a:pt x="859390" y="3868787"/>
                </a:cubicBezTo>
                <a:lnTo>
                  <a:pt x="859931" y="3862150"/>
                </a:lnTo>
                <a:cubicBezTo>
                  <a:pt x="860099" y="3862145"/>
                  <a:pt x="860269" y="3862140"/>
                  <a:pt x="860436" y="3862087"/>
                </a:cubicBezTo>
                <a:cubicBezTo>
                  <a:pt x="910713" y="3511992"/>
                  <a:pt x="1191752" y="3233421"/>
                  <a:pt x="1550602" y="3174489"/>
                </a:cubicBezTo>
                <a:lnTo>
                  <a:pt x="1550719" y="3173350"/>
                </a:lnTo>
                <a:cubicBezTo>
                  <a:pt x="1556028" y="3172348"/>
                  <a:pt x="1561356" y="3171407"/>
                  <a:pt x="1566932" y="3171823"/>
                </a:cubicBezTo>
                <a:cubicBezTo>
                  <a:pt x="1598115" y="3166310"/>
                  <a:pt x="1630008" y="3163352"/>
                  <a:pt x="1662393" y="3162829"/>
                </a:cubicBezTo>
                <a:close/>
                <a:moveTo>
                  <a:pt x="1118" y="3161219"/>
                </a:moveTo>
                <a:lnTo>
                  <a:pt x="18205" y="3162829"/>
                </a:lnTo>
                <a:cubicBezTo>
                  <a:pt x="50591" y="3163352"/>
                  <a:pt x="82483" y="3166310"/>
                  <a:pt x="113667" y="3171823"/>
                </a:cubicBezTo>
                <a:cubicBezTo>
                  <a:pt x="119243" y="3171407"/>
                  <a:pt x="124571" y="3172348"/>
                  <a:pt x="129879" y="3173350"/>
                </a:cubicBezTo>
                <a:lnTo>
                  <a:pt x="129997" y="3174489"/>
                </a:lnTo>
                <a:cubicBezTo>
                  <a:pt x="488847" y="3233421"/>
                  <a:pt x="769886" y="3511992"/>
                  <a:pt x="820162" y="3862087"/>
                </a:cubicBezTo>
                <a:cubicBezTo>
                  <a:pt x="820330" y="3862140"/>
                  <a:pt x="820499" y="3862145"/>
                  <a:pt x="820668" y="3862150"/>
                </a:cubicBezTo>
                <a:lnTo>
                  <a:pt x="821208" y="3868787"/>
                </a:lnTo>
                <a:cubicBezTo>
                  <a:pt x="826265" y="3898794"/>
                  <a:pt x="828714" y="3929436"/>
                  <a:pt x="828672" y="3960518"/>
                </a:cubicBezTo>
                <a:cubicBezTo>
                  <a:pt x="829984" y="3966104"/>
                  <a:pt x="830043" y="3971728"/>
                  <a:pt x="830043" y="3977366"/>
                </a:cubicBezTo>
                <a:cubicBezTo>
                  <a:pt x="830043" y="3981158"/>
                  <a:pt x="830016" y="3984944"/>
                  <a:pt x="829450" y="3988716"/>
                </a:cubicBezTo>
                <a:lnTo>
                  <a:pt x="828951" y="3988683"/>
                </a:lnTo>
                <a:lnTo>
                  <a:pt x="828925" y="3989174"/>
                </a:lnTo>
                <a:lnTo>
                  <a:pt x="811806" y="3987561"/>
                </a:lnTo>
                <a:cubicBezTo>
                  <a:pt x="779432" y="3987038"/>
                  <a:pt x="747552" y="3984080"/>
                  <a:pt x="716380" y="3978570"/>
                </a:cubicBezTo>
                <a:cubicBezTo>
                  <a:pt x="710803" y="3978986"/>
                  <a:pt x="705474" y="3978045"/>
                  <a:pt x="700163" y="3977042"/>
                </a:cubicBezTo>
                <a:lnTo>
                  <a:pt x="700047" y="3975903"/>
                </a:lnTo>
                <a:cubicBezTo>
                  <a:pt x="341196" y="3916971"/>
                  <a:pt x="60157" y="3638399"/>
                  <a:pt x="9881" y="3288305"/>
                </a:cubicBezTo>
                <a:cubicBezTo>
                  <a:pt x="9714" y="3288253"/>
                  <a:pt x="9545" y="3288248"/>
                  <a:pt x="9376" y="3288243"/>
                </a:cubicBezTo>
                <a:lnTo>
                  <a:pt x="8837" y="3281619"/>
                </a:lnTo>
                <a:cubicBezTo>
                  <a:pt x="3779" y="3251607"/>
                  <a:pt x="1328" y="3220958"/>
                  <a:pt x="1370" y="3189869"/>
                </a:cubicBezTo>
                <a:cubicBezTo>
                  <a:pt x="58" y="3184286"/>
                  <a:pt x="0" y="3178663"/>
                  <a:pt x="0" y="3173027"/>
                </a:cubicBezTo>
                <a:lnTo>
                  <a:pt x="594" y="3161677"/>
                </a:lnTo>
                <a:lnTo>
                  <a:pt x="1092" y="3161709"/>
                </a:lnTo>
                <a:close/>
                <a:moveTo>
                  <a:pt x="7762529" y="2447425"/>
                </a:moveTo>
                <a:cubicBezTo>
                  <a:pt x="7815805" y="2718331"/>
                  <a:pt x="8030648" y="2933128"/>
                  <a:pt x="8305838" y="2992271"/>
                </a:cubicBezTo>
                <a:cubicBezTo>
                  <a:pt x="8252563" y="2721365"/>
                  <a:pt x="8037719" y="2506568"/>
                  <a:pt x="7762529" y="2447425"/>
                </a:cubicBezTo>
                <a:close/>
                <a:moveTo>
                  <a:pt x="7455280" y="2447425"/>
                </a:moveTo>
                <a:cubicBezTo>
                  <a:pt x="7180090" y="2506568"/>
                  <a:pt x="6965246" y="2721365"/>
                  <a:pt x="6911971" y="2992271"/>
                </a:cubicBezTo>
                <a:cubicBezTo>
                  <a:pt x="7187161" y="2933128"/>
                  <a:pt x="7402004" y="2718331"/>
                  <a:pt x="7455280" y="2447425"/>
                </a:cubicBezTo>
                <a:close/>
                <a:moveTo>
                  <a:pt x="6070378" y="2447425"/>
                </a:moveTo>
                <a:cubicBezTo>
                  <a:pt x="6123654" y="2718331"/>
                  <a:pt x="6338497" y="2933128"/>
                  <a:pt x="6613687" y="2992271"/>
                </a:cubicBezTo>
                <a:cubicBezTo>
                  <a:pt x="6560412" y="2721365"/>
                  <a:pt x="6345568" y="2506568"/>
                  <a:pt x="6070378" y="2447425"/>
                </a:cubicBezTo>
                <a:close/>
                <a:moveTo>
                  <a:pt x="5763129" y="2447425"/>
                </a:moveTo>
                <a:cubicBezTo>
                  <a:pt x="5487939" y="2506568"/>
                  <a:pt x="5273095" y="2721365"/>
                  <a:pt x="5219820" y="2992271"/>
                </a:cubicBezTo>
                <a:cubicBezTo>
                  <a:pt x="5495010" y="2933128"/>
                  <a:pt x="5709853" y="2718331"/>
                  <a:pt x="5763129" y="2447425"/>
                </a:cubicBezTo>
                <a:close/>
                <a:moveTo>
                  <a:pt x="4378227" y="2447425"/>
                </a:moveTo>
                <a:cubicBezTo>
                  <a:pt x="4431503" y="2718331"/>
                  <a:pt x="4646346" y="2933128"/>
                  <a:pt x="4921536" y="2992271"/>
                </a:cubicBezTo>
                <a:cubicBezTo>
                  <a:pt x="4868261" y="2721365"/>
                  <a:pt x="4653417" y="2506568"/>
                  <a:pt x="4378227" y="2447425"/>
                </a:cubicBezTo>
                <a:close/>
                <a:moveTo>
                  <a:pt x="4070978" y="2447425"/>
                </a:moveTo>
                <a:cubicBezTo>
                  <a:pt x="3795788" y="2506568"/>
                  <a:pt x="3580944" y="2721365"/>
                  <a:pt x="3527669" y="2992271"/>
                </a:cubicBezTo>
                <a:cubicBezTo>
                  <a:pt x="3802859" y="2933128"/>
                  <a:pt x="4017702" y="2718331"/>
                  <a:pt x="4070978" y="2447425"/>
                </a:cubicBezTo>
                <a:close/>
                <a:moveTo>
                  <a:pt x="2686076" y="2447425"/>
                </a:moveTo>
                <a:cubicBezTo>
                  <a:pt x="2739352" y="2718331"/>
                  <a:pt x="2954195" y="2933128"/>
                  <a:pt x="3229385" y="2992271"/>
                </a:cubicBezTo>
                <a:cubicBezTo>
                  <a:pt x="3176110" y="2721365"/>
                  <a:pt x="2961266" y="2506568"/>
                  <a:pt x="2686076" y="2447425"/>
                </a:cubicBezTo>
                <a:close/>
                <a:moveTo>
                  <a:pt x="2378827" y="2447425"/>
                </a:moveTo>
                <a:cubicBezTo>
                  <a:pt x="2103637" y="2506568"/>
                  <a:pt x="1888793" y="2721365"/>
                  <a:pt x="1835518" y="2992271"/>
                </a:cubicBezTo>
                <a:cubicBezTo>
                  <a:pt x="2110708" y="2933128"/>
                  <a:pt x="2325551" y="2718331"/>
                  <a:pt x="2378827" y="2447425"/>
                </a:cubicBezTo>
                <a:close/>
                <a:moveTo>
                  <a:pt x="993925" y="2447425"/>
                </a:moveTo>
                <a:cubicBezTo>
                  <a:pt x="1047201" y="2718331"/>
                  <a:pt x="1262044" y="2933128"/>
                  <a:pt x="1537234" y="2992271"/>
                </a:cubicBezTo>
                <a:cubicBezTo>
                  <a:pt x="1483959" y="2721365"/>
                  <a:pt x="1269115" y="2506568"/>
                  <a:pt x="993925" y="2447425"/>
                </a:cubicBezTo>
                <a:close/>
                <a:moveTo>
                  <a:pt x="686676" y="2447425"/>
                </a:moveTo>
                <a:cubicBezTo>
                  <a:pt x="411486" y="2506568"/>
                  <a:pt x="196642" y="2721365"/>
                  <a:pt x="143367" y="2992271"/>
                </a:cubicBezTo>
                <a:cubicBezTo>
                  <a:pt x="418557" y="2933128"/>
                  <a:pt x="633400" y="2718331"/>
                  <a:pt x="686676" y="2447425"/>
                </a:cubicBezTo>
                <a:close/>
                <a:moveTo>
                  <a:pt x="9139239" y="2321311"/>
                </a:moveTo>
                <a:lnTo>
                  <a:pt x="9139239" y="2449820"/>
                </a:lnTo>
                <a:lnTo>
                  <a:pt x="9047261" y="2476706"/>
                </a:lnTo>
                <a:cubicBezTo>
                  <a:pt x="8821055" y="2561144"/>
                  <a:pt x="8650738" y="2755228"/>
                  <a:pt x="8604122" y="2992271"/>
                </a:cubicBezTo>
                <a:cubicBezTo>
                  <a:pt x="8844913" y="2940521"/>
                  <a:pt x="9039501" y="2769598"/>
                  <a:pt x="9120077" y="2546190"/>
                </a:cubicBezTo>
                <a:lnTo>
                  <a:pt x="9139239" y="2477003"/>
                </a:lnTo>
                <a:lnTo>
                  <a:pt x="9139239" y="2782562"/>
                </a:lnTo>
                <a:lnTo>
                  <a:pt x="9135069" y="2789374"/>
                </a:lnTo>
                <a:cubicBezTo>
                  <a:pt x="9008919" y="2963003"/>
                  <a:pt x="8815033" y="3086603"/>
                  <a:pt x="8590751" y="3123727"/>
                </a:cubicBezTo>
                <a:lnTo>
                  <a:pt x="8590635" y="3124875"/>
                </a:lnTo>
                <a:cubicBezTo>
                  <a:pt x="8585324" y="3125886"/>
                  <a:pt x="8579995" y="3126834"/>
                  <a:pt x="8574418" y="3126415"/>
                </a:cubicBezTo>
                <a:cubicBezTo>
                  <a:pt x="8543246" y="3131969"/>
                  <a:pt x="8511366" y="3134950"/>
                  <a:pt x="8478991" y="3135477"/>
                </a:cubicBezTo>
                <a:lnTo>
                  <a:pt x="8461873" y="3137103"/>
                </a:lnTo>
                <a:lnTo>
                  <a:pt x="8461847" y="3136608"/>
                </a:lnTo>
                <a:lnTo>
                  <a:pt x="8461348" y="3136641"/>
                </a:lnTo>
                <a:cubicBezTo>
                  <a:pt x="8460782" y="3132839"/>
                  <a:pt x="8460755" y="3129023"/>
                  <a:pt x="8460755" y="3125201"/>
                </a:cubicBezTo>
                <a:cubicBezTo>
                  <a:pt x="8460755" y="3119519"/>
                  <a:pt x="8460814" y="3113850"/>
                  <a:pt x="8462126" y="3108220"/>
                </a:cubicBezTo>
                <a:cubicBezTo>
                  <a:pt x="8462083" y="3076892"/>
                  <a:pt x="8464533" y="3046007"/>
                  <a:pt x="8469590" y="3015763"/>
                </a:cubicBezTo>
                <a:lnTo>
                  <a:pt x="8470130" y="3009073"/>
                </a:lnTo>
                <a:cubicBezTo>
                  <a:pt x="8470299" y="3009068"/>
                  <a:pt x="8470468" y="3009063"/>
                  <a:pt x="8470636" y="3009010"/>
                </a:cubicBezTo>
                <a:cubicBezTo>
                  <a:pt x="8514628" y="2700252"/>
                  <a:pt x="8735297" y="2446688"/>
                  <a:pt x="9030178" y="2348329"/>
                </a:cubicBezTo>
                <a:close/>
                <a:moveTo>
                  <a:pt x="7620280" y="2302594"/>
                </a:moveTo>
                <a:lnTo>
                  <a:pt x="7637367" y="2304217"/>
                </a:lnTo>
                <a:cubicBezTo>
                  <a:pt x="7669753" y="2304744"/>
                  <a:pt x="7701646" y="2307725"/>
                  <a:pt x="7732829" y="2313282"/>
                </a:cubicBezTo>
                <a:cubicBezTo>
                  <a:pt x="7738405" y="2312863"/>
                  <a:pt x="7743733" y="2313811"/>
                  <a:pt x="7749042" y="2314821"/>
                </a:cubicBezTo>
                <a:lnTo>
                  <a:pt x="7749159" y="2315969"/>
                </a:lnTo>
                <a:cubicBezTo>
                  <a:pt x="8108009" y="2375367"/>
                  <a:pt x="8389048" y="2656144"/>
                  <a:pt x="8439324" y="3009010"/>
                </a:cubicBezTo>
                <a:cubicBezTo>
                  <a:pt x="8439492" y="3009063"/>
                  <a:pt x="8439661" y="3009068"/>
                  <a:pt x="8439830" y="3009073"/>
                </a:cubicBezTo>
                <a:lnTo>
                  <a:pt x="8440370" y="3015763"/>
                </a:lnTo>
                <a:cubicBezTo>
                  <a:pt x="8445427" y="3046007"/>
                  <a:pt x="8447877" y="3076892"/>
                  <a:pt x="8447834" y="3108220"/>
                </a:cubicBezTo>
                <a:cubicBezTo>
                  <a:pt x="8449146" y="3113850"/>
                  <a:pt x="8449205" y="3119519"/>
                  <a:pt x="8449205" y="3125201"/>
                </a:cubicBezTo>
                <a:cubicBezTo>
                  <a:pt x="8449205" y="3129023"/>
                  <a:pt x="8449178" y="3132839"/>
                  <a:pt x="8448612" y="3136641"/>
                </a:cubicBezTo>
                <a:lnTo>
                  <a:pt x="8448113" y="3136608"/>
                </a:lnTo>
                <a:lnTo>
                  <a:pt x="8448087" y="3137103"/>
                </a:lnTo>
                <a:lnTo>
                  <a:pt x="8430969" y="3135477"/>
                </a:lnTo>
                <a:cubicBezTo>
                  <a:pt x="8398594" y="3134950"/>
                  <a:pt x="8366714" y="3131969"/>
                  <a:pt x="8335542" y="3126415"/>
                </a:cubicBezTo>
                <a:cubicBezTo>
                  <a:pt x="8329965" y="3126834"/>
                  <a:pt x="8324636" y="3125886"/>
                  <a:pt x="8319325" y="3124875"/>
                </a:cubicBezTo>
                <a:lnTo>
                  <a:pt x="8319209" y="3123727"/>
                </a:lnTo>
                <a:cubicBezTo>
                  <a:pt x="7960358" y="3064328"/>
                  <a:pt x="7679319" y="2783551"/>
                  <a:pt x="7629044" y="2430686"/>
                </a:cubicBezTo>
                <a:cubicBezTo>
                  <a:pt x="7628876" y="2430633"/>
                  <a:pt x="7628708" y="2430628"/>
                  <a:pt x="7628538" y="2430623"/>
                </a:cubicBezTo>
                <a:lnTo>
                  <a:pt x="7628000" y="2423947"/>
                </a:lnTo>
                <a:cubicBezTo>
                  <a:pt x="7622941" y="2393697"/>
                  <a:pt x="7620490" y="2362806"/>
                  <a:pt x="7620533" y="2331471"/>
                </a:cubicBezTo>
                <a:cubicBezTo>
                  <a:pt x="7619221" y="2325843"/>
                  <a:pt x="7619162" y="2320176"/>
                  <a:pt x="7619162" y="2314495"/>
                </a:cubicBezTo>
                <a:lnTo>
                  <a:pt x="7619756" y="2303055"/>
                </a:lnTo>
                <a:lnTo>
                  <a:pt x="7620254" y="2303088"/>
                </a:lnTo>
                <a:close/>
                <a:moveTo>
                  <a:pt x="7597529" y="2302594"/>
                </a:moveTo>
                <a:lnTo>
                  <a:pt x="7597555" y="2303088"/>
                </a:lnTo>
                <a:lnTo>
                  <a:pt x="7598053" y="2303055"/>
                </a:lnTo>
                <a:lnTo>
                  <a:pt x="7598647" y="2314495"/>
                </a:lnTo>
                <a:cubicBezTo>
                  <a:pt x="7598647" y="2320176"/>
                  <a:pt x="7598588" y="2325843"/>
                  <a:pt x="7597276" y="2331471"/>
                </a:cubicBezTo>
                <a:cubicBezTo>
                  <a:pt x="7597319" y="2362806"/>
                  <a:pt x="7594868" y="2393697"/>
                  <a:pt x="7589809" y="2423947"/>
                </a:cubicBezTo>
                <a:lnTo>
                  <a:pt x="7589271" y="2430623"/>
                </a:lnTo>
                <a:cubicBezTo>
                  <a:pt x="7589101" y="2430628"/>
                  <a:pt x="7588933" y="2430633"/>
                  <a:pt x="7588765" y="2430686"/>
                </a:cubicBezTo>
                <a:cubicBezTo>
                  <a:pt x="7538490" y="2783551"/>
                  <a:pt x="7257451" y="3064328"/>
                  <a:pt x="6898600" y="3123727"/>
                </a:cubicBezTo>
                <a:lnTo>
                  <a:pt x="6898484" y="3124875"/>
                </a:lnTo>
                <a:cubicBezTo>
                  <a:pt x="6893173" y="3125886"/>
                  <a:pt x="6887844" y="3126834"/>
                  <a:pt x="6882267" y="3126415"/>
                </a:cubicBezTo>
                <a:cubicBezTo>
                  <a:pt x="6851095" y="3131969"/>
                  <a:pt x="6819215" y="3134950"/>
                  <a:pt x="6786841" y="3135477"/>
                </a:cubicBezTo>
                <a:lnTo>
                  <a:pt x="6769722" y="3137103"/>
                </a:lnTo>
                <a:lnTo>
                  <a:pt x="6769696" y="3136608"/>
                </a:lnTo>
                <a:lnTo>
                  <a:pt x="6769197" y="3136641"/>
                </a:lnTo>
                <a:cubicBezTo>
                  <a:pt x="6768631" y="3132839"/>
                  <a:pt x="6768604" y="3129023"/>
                  <a:pt x="6768604" y="3125201"/>
                </a:cubicBezTo>
                <a:cubicBezTo>
                  <a:pt x="6768604" y="3119519"/>
                  <a:pt x="6768663" y="3113850"/>
                  <a:pt x="6769975" y="3108220"/>
                </a:cubicBezTo>
                <a:cubicBezTo>
                  <a:pt x="6769933" y="3076892"/>
                  <a:pt x="6772382" y="3046007"/>
                  <a:pt x="6777439" y="3015763"/>
                </a:cubicBezTo>
                <a:lnTo>
                  <a:pt x="6777979" y="3009073"/>
                </a:lnTo>
                <a:cubicBezTo>
                  <a:pt x="6778148" y="3009068"/>
                  <a:pt x="6778317" y="3009063"/>
                  <a:pt x="6778485" y="3009010"/>
                </a:cubicBezTo>
                <a:cubicBezTo>
                  <a:pt x="6828761" y="2656144"/>
                  <a:pt x="7109800" y="2375367"/>
                  <a:pt x="7468650" y="2315969"/>
                </a:cubicBezTo>
                <a:lnTo>
                  <a:pt x="7468767" y="2314821"/>
                </a:lnTo>
                <a:cubicBezTo>
                  <a:pt x="7474076" y="2313811"/>
                  <a:pt x="7479404" y="2312863"/>
                  <a:pt x="7484980" y="2313282"/>
                </a:cubicBezTo>
                <a:cubicBezTo>
                  <a:pt x="7516163" y="2307725"/>
                  <a:pt x="7548056" y="2304744"/>
                  <a:pt x="7580442" y="2304217"/>
                </a:cubicBezTo>
                <a:close/>
                <a:moveTo>
                  <a:pt x="5928129" y="2302594"/>
                </a:moveTo>
                <a:lnTo>
                  <a:pt x="5945217" y="2304217"/>
                </a:lnTo>
                <a:cubicBezTo>
                  <a:pt x="5977602" y="2304744"/>
                  <a:pt x="6009495" y="2307725"/>
                  <a:pt x="6040678" y="2313282"/>
                </a:cubicBezTo>
                <a:cubicBezTo>
                  <a:pt x="6046254" y="2312863"/>
                  <a:pt x="6051582" y="2313811"/>
                  <a:pt x="6056891" y="2314821"/>
                </a:cubicBezTo>
                <a:lnTo>
                  <a:pt x="6057008" y="2315969"/>
                </a:lnTo>
                <a:cubicBezTo>
                  <a:pt x="6415858" y="2375367"/>
                  <a:pt x="6696897" y="2656144"/>
                  <a:pt x="6747174" y="3009010"/>
                </a:cubicBezTo>
                <a:cubicBezTo>
                  <a:pt x="6747341" y="3009063"/>
                  <a:pt x="6747511" y="3009068"/>
                  <a:pt x="6747679" y="3009073"/>
                </a:cubicBezTo>
                <a:lnTo>
                  <a:pt x="6748220" y="3015763"/>
                </a:lnTo>
                <a:cubicBezTo>
                  <a:pt x="6753276" y="3046007"/>
                  <a:pt x="6755726" y="3076892"/>
                  <a:pt x="6755684" y="3108220"/>
                </a:cubicBezTo>
                <a:cubicBezTo>
                  <a:pt x="6756996" y="3113850"/>
                  <a:pt x="6757054" y="3119519"/>
                  <a:pt x="6757054" y="3125201"/>
                </a:cubicBezTo>
                <a:cubicBezTo>
                  <a:pt x="6757054" y="3129023"/>
                  <a:pt x="6757027" y="3132839"/>
                  <a:pt x="6756461" y="3136641"/>
                </a:cubicBezTo>
                <a:lnTo>
                  <a:pt x="6755962" y="3136608"/>
                </a:lnTo>
                <a:lnTo>
                  <a:pt x="6755936" y="3137103"/>
                </a:lnTo>
                <a:lnTo>
                  <a:pt x="6738818" y="3135477"/>
                </a:lnTo>
                <a:cubicBezTo>
                  <a:pt x="6706444" y="3134950"/>
                  <a:pt x="6674563" y="3131969"/>
                  <a:pt x="6643391" y="3126415"/>
                </a:cubicBezTo>
                <a:cubicBezTo>
                  <a:pt x="6637814" y="3126834"/>
                  <a:pt x="6632485" y="3125886"/>
                  <a:pt x="6627175" y="3124875"/>
                </a:cubicBezTo>
                <a:lnTo>
                  <a:pt x="6627059" y="3123727"/>
                </a:lnTo>
                <a:cubicBezTo>
                  <a:pt x="6268207" y="3064328"/>
                  <a:pt x="5987168" y="2783551"/>
                  <a:pt x="5936893" y="2430686"/>
                </a:cubicBezTo>
                <a:cubicBezTo>
                  <a:pt x="5936725" y="2430633"/>
                  <a:pt x="5936557" y="2430628"/>
                  <a:pt x="5936387" y="2430623"/>
                </a:cubicBezTo>
                <a:lnTo>
                  <a:pt x="5935849" y="2423947"/>
                </a:lnTo>
                <a:cubicBezTo>
                  <a:pt x="5930790" y="2393697"/>
                  <a:pt x="5928340" y="2362806"/>
                  <a:pt x="5928382" y="2331471"/>
                </a:cubicBezTo>
                <a:cubicBezTo>
                  <a:pt x="5927070" y="2325843"/>
                  <a:pt x="5927011" y="2320176"/>
                  <a:pt x="5927011" y="2314495"/>
                </a:cubicBezTo>
                <a:lnTo>
                  <a:pt x="5927605" y="2303055"/>
                </a:lnTo>
                <a:lnTo>
                  <a:pt x="5928103" y="2303088"/>
                </a:lnTo>
                <a:close/>
                <a:moveTo>
                  <a:pt x="5905378" y="2302594"/>
                </a:moveTo>
                <a:lnTo>
                  <a:pt x="5905404" y="2303088"/>
                </a:lnTo>
                <a:lnTo>
                  <a:pt x="5905902" y="2303055"/>
                </a:lnTo>
                <a:lnTo>
                  <a:pt x="5906496" y="2314495"/>
                </a:lnTo>
                <a:cubicBezTo>
                  <a:pt x="5906496" y="2320176"/>
                  <a:pt x="5906438" y="2325843"/>
                  <a:pt x="5905126" y="2331471"/>
                </a:cubicBezTo>
                <a:cubicBezTo>
                  <a:pt x="5905168" y="2362806"/>
                  <a:pt x="5902717" y="2393697"/>
                  <a:pt x="5897659" y="2423947"/>
                </a:cubicBezTo>
                <a:lnTo>
                  <a:pt x="5897120" y="2430623"/>
                </a:lnTo>
                <a:cubicBezTo>
                  <a:pt x="5896951" y="2430628"/>
                  <a:pt x="5896782" y="2430633"/>
                  <a:pt x="5896615" y="2430686"/>
                </a:cubicBezTo>
                <a:cubicBezTo>
                  <a:pt x="5846339" y="2783551"/>
                  <a:pt x="5565300" y="3064328"/>
                  <a:pt x="5206449" y="3123727"/>
                </a:cubicBezTo>
                <a:lnTo>
                  <a:pt x="5206334" y="3124875"/>
                </a:lnTo>
                <a:cubicBezTo>
                  <a:pt x="5201022" y="3125886"/>
                  <a:pt x="5195693" y="3126834"/>
                  <a:pt x="5190116" y="3126415"/>
                </a:cubicBezTo>
                <a:cubicBezTo>
                  <a:pt x="5158944" y="3131969"/>
                  <a:pt x="5127065" y="3134950"/>
                  <a:pt x="5094690" y="3135477"/>
                </a:cubicBezTo>
                <a:lnTo>
                  <a:pt x="5077571" y="3137103"/>
                </a:lnTo>
                <a:lnTo>
                  <a:pt x="5077545" y="3136608"/>
                </a:lnTo>
                <a:lnTo>
                  <a:pt x="5077046" y="3136641"/>
                </a:lnTo>
                <a:cubicBezTo>
                  <a:pt x="5076480" y="3132839"/>
                  <a:pt x="5076453" y="3129023"/>
                  <a:pt x="5076453" y="3125201"/>
                </a:cubicBezTo>
                <a:cubicBezTo>
                  <a:pt x="5076453" y="3119519"/>
                  <a:pt x="5076512" y="3113850"/>
                  <a:pt x="5077824" y="3108220"/>
                </a:cubicBezTo>
                <a:cubicBezTo>
                  <a:pt x="5077782" y="3076892"/>
                  <a:pt x="5080231" y="3046007"/>
                  <a:pt x="5085288" y="3015763"/>
                </a:cubicBezTo>
                <a:lnTo>
                  <a:pt x="5085828" y="3009073"/>
                </a:lnTo>
                <a:cubicBezTo>
                  <a:pt x="5085997" y="3009068"/>
                  <a:pt x="5086166" y="3009063"/>
                  <a:pt x="5086334" y="3009010"/>
                </a:cubicBezTo>
                <a:cubicBezTo>
                  <a:pt x="5136610" y="2656144"/>
                  <a:pt x="5417649" y="2375367"/>
                  <a:pt x="5776501" y="2315969"/>
                </a:cubicBezTo>
                <a:lnTo>
                  <a:pt x="5776617" y="2314821"/>
                </a:lnTo>
                <a:cubicBezTo>
                  <a:pt x="5781926" y="2313811"/>
                  <a:pt x="5787253" y="2312863"/>
                  <a:pt x="5792829" y="2313282"/>
                </a:cubicBezTo>
                <a:cubicBezTo>
                  <a:pt x="5824013" y="2307725"/>
                  <a:pt x="5855905" y="2304744"/>
                  <a:pt x="5888291" y="2304217"/>
                </a:cubicBezTo>
                <a:close/>
                <a:moveTo>
                  <a:pt x="4235979" y="2302594"/>
                </a:moveTo>
                <a:lnTo>
                  <a:pt x="4253065" y="2304217"/>
                </a:lnTo>
                <a:cubicBezTo>
                  <a:pt x="4285451" y="2304744"/>
                  <a:pt x="4317343" y="2307725"/>
                  <a:pt x="4348528" y="2313282"/>
                </a:cubicBezTo>
                <a:cubicBezTo>
                  <a:pt x="4354104" y="2312863"/>
                  <a:pt x="4359431" y="2313811"/>
                  <a:pt x="4364739" y="2314821"/>
                </a:cubicBezTo>
                <a:lnTo>
                  <a:pt x="4364856" y="2315969"/>
                </a:lnTo>
                <a:cubicBezTo>
                  <a:pt x="4723707" y="2375367"/>
                  <a:pt x="5004746" y="2656144"/>
                  <a:pt x="5055022" y="3009010"/>
                </a:cubicBezTo>
                <a:cubicBezTo>
                  <a:pt x="5055190" y="3009063"/>
                  <a:pt x="5055359" y="3009068"/>
                  <a:pt x="5055528" y="3009073"/>
                </a:cubicBezTo>
                <a:lnTo>
                  <a:pt x="5056068" y="3015763"/>
                </a:lnTo>
                <a:cubicBezTo>
                  <a:pt x="5061125" y="3046007"/>
                  <a:pt x="5063574" y="3076892"/>
                  <a:pt x="5063532" y="3108220"/>
                </a:cubicBezTo>
                <a:cubicBezTo>
                  <a:pt x="5064844" y="3113850"/>
                  <a:pt x="5064903" y="3119519"/>
                  <a:pt x="5064903" y="3125201"/>
                </a:cubicBezTo>
                <a:cubicBezTo>
                  <a:pt x="5064903" y="3129023"/>
                  <a:pt x="5064876" y="3132839"/>
                  <a:pt x="5064310" y="3136641"/>
                </a:cubicBezTo>
                <a:lnTo>
                  <a:pt x="5063811" y="3136608"/>
                </a:lnTo>
                <a:lnTo>
                  <a:pt x="5063785" y="3137103"/>
                </a:lnTo>
                <a:lnTo>
                  <a:pt x="5046666" y="3135477"/>
                </a:lnTo>
                <a:cubicBezTo>
                  <a:pt x="5014292" y="3134950"/>
                  <a:pt x="4982412" y="3131969"/>
                  <a:pt x="4951241" y="3126415"/>
                </a:cubicBezTo>
                <a:cubicBezTo>
                  <a:pt x="4945663" y="3126834"/>
                  <a:pt x="4940334" y="3125886"/>
                  <a:pt x="4935023" y="3124875"/>
                </a:cubicBezTo>
                <a:lnTo>
                  <a:pt x="4934907" y="3123727"/>
                </a:lnTo>
                <a:cubicBezTo>
                  <a:pt x="4576056" y="3064328"/>
                  <a:pt x="4295017" y="2783551"/>
                  <a:pt x="4244741" y="2430686"/>
                </a:cubicBezTo>
                <a:cubicBezTo>
                  <a:pt x="4244574" y="2430633"/>
                  <a:pt x="4244405" y="2430628"/>
                  <a:pt x="4244236" y="2430623"/>
                </a:cubicBezTo>
                <a:lnTo>
                  <a:pt x="4243697" y="2423947"/>
                </a:lnTo>
                <a:cubicBezTo>
                  <a:pt x="4238639" y="2393697"/>
                  <a:pt x="4236188" y="2362806"/>
                  <a:pt x="4236230" y="2331471"/>
                </a:cubicBezTo>
                <a:cubicBezTo>
                  <a:pt x="4234918" y="2325843"/>
                  <a:pt x="4234860" y="2320176"/>
                  <a:pt x="4234860" y="2314495"/>
                </a:cubicBezTo>
                <a:lnTo>
                  <a:pt x="4235454" y="2303055"/>
                </a:lnTo>
                <a:lnTo>
                  <a:pt x="4235952" y="2303088"/>
                </a:lnTo>
                <a:close/>
                <a:moveTo>
                  <a:pt x="4213227" y="2302594"/>
                </a:moveTo>
                <a:lnTo>
                  <a:pt x="4213253" y="2303088"/>
                </a:lnTo>
                <a:lnTo>
                  <a:pt x="4213751" y="2303055"/>
                </a:lnTo>
                <a:lnTo>
                  <a:pt x="4214345" y="2314495"/>
                </a:lnTo>
                <a:cubicBezTo>
                  <a:pt x="4214345" y="2320176"/>
                  <a:pt x="4214286" y="2325843"/>
                  <a:pt x="4212974" y="2331471"/>
                </a:cubicBezTo>
                <a:cubicBezTo>
                  <a:pt x="4213016" y="2362806"/>
                  <a:pt x="4210566" y="2393697"/>
                  <a:pt x="4205507" y="2423947"/>
                </a:cubicBezTo>
                <a:lnTo>
                  <a:pt x="4204969" y="2430623"/>
                </a:lnTo>
                <a:cubicBezTo>
                  <a:pt x="4204799" y="2430628"/>
                  <a:pt x="4204631" y="2430633"/>
                  <a:pt x="4204463" y="2430686"/>
                </a:cubicBezTo>
                <a:cubicBezTo>
                  <a:pt x="4154188" y="2783551"/>
                  <a:pt x="3873149" y="3064328"/>
                  <a:pt x="3514297" y="3123727"/>
                </a:cubicBezTo>
                <a:lnTo>
                  <a:pt x="3514181" y="3124875"/>
                </a:lnTo>
                <a:cubicBezTo>
                  <a:pt x="3508871" y="3125886"/>
                  <a:pt x="3503542" y="3126834"/>
                  <a:pt x="3497965" y="3126415"/>
                </a:cubicBezTo>
                <a:cubicBezTo>
                  <a:pt x="3466793" y="3131969"/>
                  <a:pt x="3434912" y="3134950"/>
                  <a:pt x="3402538" y="3135477"/>
                </a:cubicBezTo>
                <a:lnTo>
                  <a:pt x="3385420" y="3137103"/>
                </a:lnTo>
                <a:lnTo>
                  <a:pt x="3385394" y="3136608"/>
                </a:lnTo>
                <a:lnTo>
                  <a:pt x="3384895" y="3136641"/>
                </a:lnTo>
                <a:cubicBezTo>
                  <a:pt x="3384329" y="3132839"/>
                  <a:pt x="3384302" y="3129023"/>
                  <a:pt x="3384302" y="3125201"/>
                </a:cubicBezTo>
                <a:cubicBezTo>
                  <a:pt x="3384302" y="3119519"/>
                  <a:pt x="3384360" y="3113850"/>
                  <a:pt x="3385672" y="3108220"/>
                </a:cubicBezTo>
                <a:cubicBezTo>
                  <a:pt x="3385630" y="3076892"/>
                  <a:pt x="3388080" y="3046007"/>
                  <a:pt x="3393136" y="3015763"/>
                </a:cubicBezTo>
                <a:lnTo>
                  <a:pt x="3393677" y="3009073"/>
                </a:lnTo>
                <a:cubicBezTo>
                  <a:pt x="3393845" y="3009068"/>
                  <a:pt x="3394015" y="3009063"/>
                  <a:pt x="3394182" y="3009010"/>
                </a:cubicBezTo>
                <a:cubicBezTo>
                  <a:pt x="3444459" y="2656144"/>
                  <a:pt x="3725498" y="2375367"/>
                  <a:pt x="4084348" y="2315969"/>
                </a:cubicBezTo>
                <a:lnTo>
                  <a:pt x="4084465" y="2314821"/>
                </a:lnTo>
                <a:cubicBezTo>
                  <a:pt x="4089774" y="2313811"/>
                  <a:pt x="4095102" y="2312863"/>
                  <a:pt x="4100678" y="2313282"/>
                </a:cubicBezTo>
                <a:cubicBezTo>
                  <a:pt x="4131861" y="2307725"/>
                  <a:pt x="4163754" y="2304744"/>
                  <a:pt x="4196139" y="2304217"/>
                </a:cubicBezTo>
                <a:close/>
                <a:moveTo>
                  <a:pt x="2543827" y="2302594"/>
                </a:moveTo>
                <a:lnTo>
                  <a:pt x="2560914" y="2304217"/>
                </a:lnTo>
                <a:cubicBezTo>
                  <a:pt x="2593300" y="2304744"/>
                  <a:pt x="2625192" y="2307725"/>
                  <a:pt x="2656376" y="2313282"/>
                </a:cubicBezTo>
                <a:cubicBezTo>
                  <a:pt x="2661952" y="2312863"/>
                  <a:pt x="2667280" y="2313811"/>
                  <a:pt x="2672588" y="2314821"/>
                </a:cubicBezTo>
                <a:lnTo>
                  <a:pt x="2672706" y="2315969"/>
                </a:lnTo>
                <a:cubicBezTo>
                  <a:pt x="3031556" y="2375367"/>
                  <a:pt x="3312595" y="2656144"/>
                  <a:pt x="3362871" y="3009010"/>
                </a:cubicBezTo>
                <a:cubicBezTo>
                  <a:pt x="3363039" y="3009063"/>
                  <a:pt x="3363208" y="3009068"/>
                  <a:pt x="3363377" y="3009073"/>
                </a:cubicBezTo>
                <a:lnTo>
                  <a:pt x="3363917" y="3015763"/>
                </a:lnTo>
                <a:cubicBezTo>
                  <a:pt x="3368974" y="3046007"/>
                  <a:pt x="3371423" y="3076892"/>
                  <a:pt x="3371381" y="3108220"/>
                </a:cubicBezTo>
                <a:cubicBezTo>
                  <a:pt x="3372693" y="3113850"/>
                  <a:pt x="3372752" y="3119519"/>
                  <a:pt x="3372752" y="3125201"/>
                </a:cubicBezTo>
                <a:cubicBezTo>
                  <a:pt x="3372752" y="3129023"/>
                  <a:pt x="3372725" y="3132839"/>
                  <a:pt x="3372159" y="3136641"/>
                </a:cubicBezTo>
                <a:lnTo>
                  <a:pt x="3371660" y="3136608"/>
                </a:lnTo>
                <a:lnTo>
                  <a:pt x="3371634" y="3137103"/>
                </a:lnTo>
                <a:lnTo>
                  <a:pt x="3354515" y="3135477"/>
                </a:lnTo>
                <a:cubicBezTo>
                  <a:pt x="3322141" y="3134950"/>
                  <a:pt x="3290261" y="3131969"/>
                  <a:pt x="3259089" y="3126415"/>
                </a:cubicBezTo>
                <a:cubicBezTo>
                  <a:pt x="3253512" y="3126834"/>
                  <a:pt x="3248183" y="3125886"/>
                  <a:pt x="3242872" y="3124875"/>
                </a:cubicBezTo>
                <a:lnTo>
                  <a:pt x="3242756" y="3123727"/>
                </a:lnTo>
                <a:cubicBezTo>
                  <a:pt x="2883905" y="3064328"/>
                  <a:pt x="2602866" y="2783551"/>
                  <a:pt x="2552590" y="2430686"/>
                </a:cubicBezTo>
                <a:cubicBezTo>
                  <a:pt x="2552423" y="2430633"/>
                  <a:pt x="2552254" y="2430628"/>
                  <a:pt x="2552085" y="2430623"/>
                </a:cubicBezTo>
                <a:lnTo>
                  <a:pt x="2551547" y="2423947"/>
                </a:lnTo>
                <a:cubicBezTo>
                  <a:pt x="2546488" y="2393697"/>
                  <a:pt x="2544037" y="2362806"/>
                  <a:pt x="2544079" y="2331471"/>
                </a:cubicBezTo>
                <a:cubicBezTo>
                  <a:pt x="2542767" y="2325843"/>
                  <a:pt x="2542709" y="2320176"/>
                  <a:pt x="2542709" y="2314495"/>
                </a:cubicBezTo>
                <a:lnTo>
                  <a:pt x="2543303" y="2303055"/>
                </a:lnTo>
                <a:lnTo>
                  <a:pt x="2543801" y="2303088"/>
                </a:lnTo>
                <a:close/>
                <a:moveTo>
                  <a:pt x="2521076" y="2302594"/>
                </a:moveTo>
                <a:lnTo>
                  <a:pt x="2521102" y="2303088"/>
                </a:lnTo>
                <a:lnTo>
                  <a:pt x="2521600" y="2303055"/>
                </a:lnTo>
                <a:lnTo>
                  <a:pt x="2522194" y="2314495"/>
                </a:lnTo>
                <a:cubicBezTo>
                  <a:pt x="2522194" y="2320176"/>
                  <a:pt x="2522135" y="2325843"/>
                  <a:pt x="2520823" y="2331471"/>
                </a:cubicBezTo>
                <a:cubicBezTo>
                  <a:pt x="2520865" y="2362806"/>
                  <a:pt x="2518415" y="2393697"/>
                  <a:pt x="2513356" y="2423947"/>
                </a:cubicBezTo>
                <a:lnTo>
                  <a:pt x="2512818" y="2430623"/>
                </a:lnTo>
                <a:cubicBezTo>
                  <a:pt x="2512648" y="2430628"/>
                  <a:pt x="2512480" y="2430633"/>
                  <a:pt x="2512312" y="2430686"/>
                </a:cubicBezTo>
                <a:cubicBezTo>
                  <a:pt x="2462037" y="2783551"/>
                  <a:pt x="2180998" y="3064328"/>
                  <a:pt x="1822147" y="3123727"/>
                </a:cubicBezTo>
                <a:lnTo>
                  <a:pt x="1822030" y="3124875"/>
                </a:lnTo>
                <a:cubicBezTo>
                  <a:pt x="1816720" y="3125886"/>
                  <a:pt x="1811391" y="3126834"/>
                  <a:pt x="1805814" y="3126415"/>
                </a:cubicBezTo>
                <a:cubicBezTo>
                  <a:pt x="1774642" y="3131969"/>
                  <a:pt x="1742762" y="3134950"/>
                  <a:pt x="1710387" y="3135477"/>
                </a:cubicBezTo>
                <a:lnTo>
                  <a:pt x="1693269" y="3137103"/>
                </a:lnTo>
                <a:lnTo>
                  <a:pt x="1693243" y="3136608"/>
                </a:lnTo>
                <a:lnTo>
                  <a:pt x="1692744" y="3136641"/>
                </a:lnTo>
                <a:cubicBezTo>
                  <a:pt x="1692178" y="3132839"/>
                  <a:pt x="1692151" y="3129023"/>
                  <a:pt x="1692151" y="3125201"/>
                </a:cubicBezTo>
                <a:cubicBezTo>
                  <a:pt x="1692151" y="3119519"/>
                  <a:pt x="1692209" y="3113850"/>
                  <a:pt x="1693521" y="3108220"/>
                </a:cubicBezTo>
                <a:cubicBezTo>
                  <a:pt x="1693479" y="3076892"/>
                  <a:pt x="1695929" y="3046007"/>
                  <a:pt x="1700985" y="3015763"/>
                </a:cubicBezTo>
                <a:lnTo>
                  <a:pt x="1701526" y="3009073"/>
                </a:lnTo>
                <a:cubicBezTo>
                  <a:pt x="1701694" y="3009068"/>
                  <a:pt x="1701864" y="3009063"/>
                  <a:pt x="1702031" y="3009010"/>
                </a:cubicBezTo>
                <a:cubicBezTo>
                  <a:pt x="1752308" y="2656144"/>
                  <a:pt x="2033347" y="2375367"/>
                  <a:pt x="2392197" y="2315969"/>
                </a:cubicBezTo>
                <a:lnTo>
                  <a:pt x="2392314" y="2314821"/>
                </a:lnTo>
                <a:cubicBezTo>
                  <a:pt x="2397623" y="2313811"/>
                  <a:pt x="2402951" y="2312863"/>
                  <a:pt x="2408527" y="2313282"/>
                </a:cubicBezTo>
                <a:cubicBezTo>
                  <a:pt x="2439710" y="2307725"/>
                  <a:pt x="2471603" y="2304744"/>
                  <a:pt x="2503988" y="2304217"/>
                </a:cubicBezTo>
                <a:close/>
                <a:moveTo>
                  <a:pt x="851676" y="2302594"/>
                </a:moveTo>
                <a:lnTo>
                  <a:pt x="868763" y="2304217"/>
                </a:lnTo>
                <a:cubicBezTo>
                  <a:pt x="901149" y="2304744"/>
                  <a:pt x="933041" y="2307725"/>
                  <a:pt x="964225" y="2313282"/>
                </a:cubicBezTo>
                <a:cubicBezTo>
                  <a:pt x="969801" y="2312863"/>
                  <a:pt x="975129" y="2313811"/>
                  <a:pt x="980437" y="2314821"/>
                </a:cubicBezTo>
                <a:lnTo>
                  <a:pt x="980555" y="2315969"/>
                </a:lnTo>
                <a:cubicBezTo>
                  <a:pt x="1339405" y="2375367"/>
                  <a:pt x="1620444" y="2656144"/>
                  <a:pt x="1670720" y="3009010"/>
                </a:cubicBezTo>
                <a:cubicBezTo>
                  <a:pt x="1670888" y="3009063"/>
                  <a:pt x="1671057" y="3009068"/>
                  <a:pt x="1671226" y="3009073"/>
                </a:cubicBezTo>
                <a:lnTo>
                  <a:pt x="1671766" y="3015763"/>
                </a:lnTo>
                <a:cubicBezTo>
                  <a:pt x="1676823" y="3046007"/>
                  <a:pt x="1679272" y="3076892"/>
                  <a:pt x="1679230" y="3108220"/>
                </a:cubicBezTo>
                <a:cubicBezTo>
                  <a:pt x="1680542" y="3113850"/>
                  <a:pt x="1680601" y="3119519"/>
                  <a:pt x="1680601" y="3125201"/>
                </a:cubicBezTo>
                <a:cubicBezTo>
                  <a:pt x="1680601" y="3129023"/>
                  <a:pt x="1680574" y="3132839"/>
                  <a:pt x="1680008" y="3136641"/>
                </a:cubicBezTo>
                <a:lnTo>
                  <a:pt x="1679509" y="3136608"/>
                </a:lnTo>
                <a:lnTo>
                  <a:pt x="1679483" y="3137103"/>
                </a:lnTo>
                <a:lnTo>
                  <a:pt x="1662364" y="3135477"/>
                </a:lnTo>
                <a:cubicBezTo>
                  <a:pt x="1629990" y="3134950"/>
                  <a:pt x="1598110" y="3131969"/>
                  <a:pt x="1566938" y="3126415"/>
                </a:cubicBezTo>
                <a:cubicBezTo>
                  <a:pt x="1561361" y="3126834"/>
                  <a:pt x="1556032" y="3125886"/>
                  <a:pt x="1550721" y="3124875"/>
                </a:cubicBezTo>
                <a:lnTo>
                  <a:pt x="1550605" y="3123727"/>
                </a:lnTo>
                <a:cubicBezTo>
                  <a:pt x="1191754" y="3064328"/>
                  <a:pt x="910715" y="2783551"/>
                  <a:pt x="860439" y="2430686"/>
                </a:cubicBezTo>
                <a:cubicBezTo>
                  <a:pt x="860272" y="2430633"/>
                  <a:pt x="860103" y="2430628"/>
                  <a:pt x="859934" y="2430623"/>
                </a:cubicBezTo>
                <a:lnTo>
                  <a:pt x="859396" y="2423947"/>
                </a:lnTo>
                <a:cubicBezTo>
                  <a:pt x="854337" y="2393697"/>
                  <a:pt x="851886" y="2362806"/>
                  <a:pt x="851928" y="2331471"/>
                </a:cubicBezTo>
                <a:cubicBezTo>
                  <a:pt x="850616" y="2325843"/>
                  <a:pt x="850558" y="2320176"/>
                  <a:pt x="850558" y="2314495"/>
                </a:cubicBezTo>
                <a:lnTo>
                  <a:pt x="851152" y="2303055"/>
                </a:lnTo>
                <a:lnTo>
                  <a:pt x="851650" y="2303088"/>
                </a:lnTo>
                <a:close/>
                <a:moveTo>
                  <a:pt x="828925" y="2302594"/>
                </a:moveTo>
                <a:lnTo>
                  <a:pt x="828951" y="2303088"/>
                </a:lnTo>
                <a:lnTo>
                  <a:pt x="829449" y="2303055"/>
                </a:lnTo>
                <a:lnTo>
                  <a:pt x="830043" y="2314495"/>
                </a:lnTo>
                <a:cubicBezTo>
                  <a:pt x="830043" y="2320176"/>
                  <a:pt x="829984" y="2325843"/>
                  <a:pt x="828672" y="2331471"/>
                </a:cubicBezTo>
                <a:cubicBezTo>
                  <a:pt x="828714" y="2362806"/>
                  <a:pt x="826264" y="2393697"/>
                  <a:pt x="821205" y="2423947"/>
                </a:cubicBezTo>
                <a:lnTo>
                  <a:pt x="820667" y="2430623"/>
                </a:lnTo>
                <a:cubicBezTo>
                  <a:pt x="820497" y="2430628"/>
                  <a:pt x="820329" y="2430633"/>
                  <a:pt x="820161" y="2430686"/>
                </a:cubicBezTo>
                <a:cubicBezTo>
                  <a:pt x="769886" y="2783551"/>
                  <a:pt x="488847" y="3064328"/>
                  <a:pt x="129995" y="3123727"/>
                </a:cubicBezTo>
                <a:lnTo>
                  <a:pt x="129879" y="3124875"/>
                </a:lnTo>
                <a:cubicBezTo>
                  <a:pt x="124569" y="3125886"/>
                  <a:pt x="119240" y="3126834"/>
                  <a:pt x="113663" y="3126415"/>
                </a:cubicBezTo>
                <a:cubicBezTo>
                  <a:pt x="82491" y="3131969"/>
                  <a:pt x="50611" y="3134950"/>
                  <a:pt x="18236" y="3135477"/>
                </a:cubicBezTo>
                <a:lnTo>
                  <a:pt x="1118" y="3137103"/>
                </a:lnTo>
                <a:lnTo>
                  <a:pt x="1092" y="3136608"/>
                </a:lnTo>
                <a:lnTo>
                  <a:pt x="593" y="3136641"/>
                </a:lnTo>
                <a:cubicBezTo>
                  <a:pt x="27" y="3132839"/>
                  <a:pt x="0" y="3129023"/>
                  <a:pt x="0" y="3125201"/>
                </a:cubicBezTo>
                <a:cubicBezTo>
                  <a:pt x="0" y="3119519"/>
                  <a:pt x="58" y="3113850"/>
                  <a:pt x="1370" y="3108220"/>
                </a:cubicBezTo>
                <a:cubicBezTo>
                  <a:pt x="1328" y="3076892"/>
                  <a:pt x="3778" y="3046007"/>
                  <a:pt x="8835" y="3015763"/>
                </a:cubicBezTo>
                <a:lnTo>
                  <a:pt x="9375" y="3009073"/>
                </a:lnTo>
                <a:cubicBezTo>
                  <a:pt x="9543" y="3009068"/>
                  <a:pt x="9713" y="3009063"/>
                  <a:pt x="9880" y="3009010"/>
                </a:cubicBezTo>
                <a:cubicBezTo>
                  <a:pt x="60157" y="2656144"/>
                  <a:pt x="341196" y="2375367"/>
                  <a:pt x="700046" y="2315969"/>
                </a:cubicBezTo>
                <a:lnTo>
                  <a:pt x="700163" y="2314821"/>
                </a:lnTo>
                <a:cubicBezTo>
                  <a:pt x="705472" y="2313811"/>
                  <a:pt x="710800" y="2312863"/>
                  <a:pt x="716376" y="2313282"/>
                </a:cubicBezTo>
                <a:cubicBezTo>
                  <a:pt x="747559" y="2307725"/>
                  <a:pt x="779452" y="2304744"/>
                  <a:pt x="811837" y="2304217"/>
                </a:cubicBezTo>
                <a:close/>
                <a:moveTo>
                  <a:pt x="8305836" y="1608087"/>
                </a:moveTo>
                <a:cubicBezTo>
                  <a:pt x="8030646" y="1666766"/>
                  <a:pt x="7815802" y="1879876"/>
                  <a:pt x="7762527" y="2148655"/>
                </a:cubicBezTo>
                <a:cubicBezTo>
                  <a:pt x="8037717" y="2089976"/>
                  <a:pt x="8252560" y="1876866"/>
                  <a:pt x="8305836" y="1608087"/>
                </a:cubicBezTo>
                <a:close/>
                <a:moveTo>
                  <a:pt x="6911971" y="1608087"/>
                </a:moveTo>
                <a:cubicBezTo>
                  <a:pt x="6965247" y="1876866"/>
                  <a:pt x="7180090" y="2089976"/>
                  <a:pt x="7455280" y="2148655"/>
                </a:cubicBezTo>
                <a:cubicBezTo>
                  <a:pt x="7402005" y="1879876"/>
                  <a:pt x="7187161" y="1666766"/>
                  <a:pt x="6911971" y="1608087"/>
                </a:cubicBezTo>
                <a:close/>
                <a:moveTo>
                  <a:pt x="6613685" y="1608087"/>
                </a:moveTo>
                <a:cubicBezTo>
                  <a:pt x="6338495" y="1666766"/>
                  <a:pt x="6123651" y="1879876"/>
                  <a:pt x="6070376" y="2148655"/>
                </a:cubicBezTo>
                <a:cubicBezTo>
                  <a:pt x="6345566" y="2089976"/>
                  <a:pt x="6560409" y="1876866"/>
                  <a:pt x="6613685" y="1608087"/>
                </a:cubicBezTo>
                <a:close/>
                <a:moveTo>
                  <a:pt x="5219820" y="1608087"/>
                </a:moveTo>
                <a:cubicBezTo>
                  <a:pt x="5273096" y="1876866"/>
                  <a:pt x="5487939" y="2089976"/>
                  <a:pt x="5763129" y="2148655"/>
                </a:cubicBezTo>
                <a:cubicBezTo>
                  <a:pt x="5709854" y="1879876"/>
                  <a:pt x="5495010" y="1666766"/>
                  <a:pt x="5219820" y="1608087"/>
                </a:cubicBezTo>
                <a:close/>
                <a:moveTo>
                  <a:pt x="4921534" y="1608087"/>
                </a:moveTo>
                <a:cubicBezTo>
                  <a:pt x="4646344" y="1666766"/>
                  <a:pt x="4431500" y="1879876"/>
                  <a:pt x="4378225" y="2148655"/>
                </a:cubicBezTo>
                <a:cubicBezTo>
                  <a:pt x="4653415" y="2089976"/>
                  <a:pt x="4868259" y="1876866"/>
                  <a:pt x="4921534" y="1608087"/>
                </a:cubicBezTo>
                <a:close/>
                <a:moveTo>
                  <a:pt x="3527669" y="1608087"/>
                </a:moveTo>
                <a:cubicBezTo>
                  <a:pt x="3580945" y="1876866"/>
                  <a:pt x="3795788" y="2089976"/>
                  <a:pt x="4070978" y="2148655"/>
                </a:cubicBezTo>
                <a:cubicBezTo>
                  <a:pt x="4017703" y="1879876"/>
                  <a:pt x="3802859" y="1666766"/>
                  <a:pt x="3527669" y="1608087"/>
                </a:cubicBezTo>
                <a:close/>
                <a:moveTo>
                  <a:pt x="3229383" y="1608087"/>
                </a:moveTo>
                <a:cubicBezTo>
                  <a:pt x="2954193" y="1666766"/>
                  <a:pt x="2739349" y="1879876"/>
                  <a:pt x="2686074" y="2148655"/>
                </a:cubicBezTo>
                <a:cubicBezTo>
                  <a:pt x="2961264" y="2089976"/>
                  <a:pt x="3176107" y="1876866"/>
                  <a:pt x="3229383" y="1608087"/>
                </a:cubicBezTo>
                <a:close/>
                <a:moveTo>
                  <a:pt x="1835518" y="1608087"/>
                </a:moveTo>
                <a:cubicBezTo>
                  <a:pt x="1888794" y="1876866"/>
                  <a:pt x="2103637" y="2089976"/>
                  <a:pt x="2378827" y="2148655"/>
                </a:cubicBezTo>
                <a:cubicBezTo>
                  <a:pt x="2325552" y="1879876"/>
                  <a:pt x="2110708" y="1666766"/>
                  <a:pt x="1835518" y="1608087"/>
                </a:cubicBezTo>
                <a:close/>
                <a:moveTo>
                  <a:pt x="1537232" y="1608087"/>
                </a:moveTo>
                <a:cubicBezTo>
                  <a:pt x="1262042" y="1666766"/>
                  <a:pt x="1047198" y="1879876"/>
                  <a:pt x="993923" y="2148655"/>
                </a:cubicBezTo>
                <a:cubicBezTo>
                  <a:pt x="1269113" y="2089976"/>
                  <a:pt x="1483956" y="1876866"/>
                  <a:pt x="1537232" y="1608087"/>
                </a:cubicBezTo>
                <a:close/>
                <a:moveTo>
                  <a:pt x="143367" y="1608087"/>
                </a:moveTo>
                <a:cubicBezTo>
                  <a:pt x="196643" y="1876866"/>
                  <a:pt x="411486" y="2089976"/>
                  <a:pt x="686676" y="2148655"/>
                </a:cubicBezTo>
                <a:cubicBezTo>
                  <a:pt x="633401" y="1879876"/>
                  <a:pt x="418557" y="1666766"/>
                  <a:pt x="143367" y="1608087"/>
                </a:cubicBezTo>
                <a:close/>
                <a:moveTo>
                  <a:pt x="8461873" y="1464394"/>
                </a:moveTo>
                <a:lnTo>
                  <a:pt x="8478960" y="1466004"/>
                </a:lnTo>
                <a:cubicBezTo>
                  <a:pt x="8511346" y="1466527"/>
                  <a:pt x="8543239" y="1469485"/>
                  <a:pt x="8574422" y="1474998"/>
                </a:cubicBezTo>
                <a:cubicBezTo>
                  <a:pt x="8579998" y="1474582"/>
                  <a:pt x="8585326" y="1475523"/>
                  <a:pt x="8590635" y="1476525"/>
                </a:cubicBezTo>
                <a:lnTo>
                  <a:pt x="8590752" y="1477664"/>
                </a:lnTo>
                <a:cubicBezTo>
                  <a:pt x="8815033" y="1514497"/>
                  <a:pt x="9008920" y="1637126"/>
                  <a:pt x="9135069" y="1809390"/>
                </a:cubicBezTo>
                <a:lnTo>
                  <a:pt x="9139239" y="1816149"/>
                </a:lnTo>
                <a:lnTo>
                  <a:pt x="9139239" y="2119309"/>
                </a:lnTo>
                <a:lnTo>
                  <a:pt x="9120077" y="2050665"/>
                </a:lnTo>
                <a:cubicBezTo>
                  <a:pt x="9039502" y="1829012"/>
                  <a:pt x="8844913" y="1659431"/>
                  <a:pt x="8604122" y="1608087"/>
                </a:cubicBezTo>
                <a:cubicBezTo>
                  <a:pt x="8650738" y="1843269"/>
                  <a:pt x="8821055" y="2035829"/>
                  <a:pt x="9047261" y="2119605"/>
                </a:cubicBezTo>
                <a:lnTo>
                  <a:pt x="9139239" y="2146279"/>
                </a:lnTo>
                <a:lnTo>
                  <a:pt x="9139239" y="2273778"/>
                </a:lnTo>
                <a:lnTo>
                  <a:pt x="9030179" y="2246972"/>
                </a:lnTo>
                <a:cubicBezTo>
                  <a:pt x="8735297" y="2149386"/>
                  <a:pt x="8514628" y="1897812"/>
                  <a:pt x="8470637" y="1591480"/>
                </a:cubicBezTo>
                <a:cubicBezTo>
                  <a:pt x="8470469" y="1591427"/>
                  <a:pt x="8470301" y="1591423"/>
                  <a:pt x="8470131" y="1591418"/>
                </a:cubicBezTo>
                <a:lnTo>
                  <a:pt x="8469593" y="1584794"/>
                </a:lnTo>
                <a:cubicBezTo>
                  <a:pt x="8464534" y="1554782"/>
                  <a:pt x="8462083" y="1524133"/>
                  <a:pt x="8462126" y="1493044"/>
                </a:cubicBezTo>
                <a:cubicBezTo>
                  <a:pt x="8460814" y="1487460"/>
                  <a:pt x="8460755" y="1481838"/>
                  <a:pt x="8460755" y="1476202"/>
                </a:cubicBezTo>
                <a:lnTo>
                  <a:pt x="8461349" y="1464852"/>
                </a:lnTo>
                <a:lnTo>
                  <a:pt x="8461847" y="1464884"/>
                </a:lnTo>
                <a:close/>
                <a:moveTo>
                  <a:pt x="8448085" y="1464394"/>
                </a:moveTo>
                <a:lnTo>
                  <a:pt x="8448111" y="1464884"/>
                </a:lnTo>
                <a:lnTo>
                  <a:pt x="8448609" y="1464852"/>
                </a:lnTo>
                <a:lnTo>
                  <a:pt x="8449203" y="1476202"/>
                </a:lnTo>
                <a:cubicBezTo>
                  <a:pt x="8449203" y="1481838"/>
                  <a:pt x="8449144" y="1487460"/>
                  <a:pt x="8447832" y="1493044"/>
                </a:cubicBezTo>
                <a:cubicBezTo>
                  <a:pt x="8447875" y="1524133"/>
                  <a:pt x="8445424" y="1554782"/>
                  <a:pt x="8440365" y="1584794"/>
                </a:cubicBezTo>
                <a:lnTo>
                  <a:pt x="8439827" y="1591418"/>
                </a:lnTo>
                <a:cubicBezTo>
                  <a:pt x="8439657" y="1591423"/>
                  <a:pt x="8439489" y="1591427"/>
                  <a:pt x="8439321" y="1591480"/>
                </a:cubicBezTo>
                <a:cubicBezTo>
                  <a:pt x="8389046" y="1941574"/>
                  <a:pt x="8108007" y="2220146"/>
                  <a:pt x="7749156" y="2279078"/>
                </a:cubicBezTo>
                <a:lnTo>
                  <a:pt x="7749040" y="2280217"/>
                </a:lnTo>
                <a:cubicBezTo>
                  <a:pt x="7743729" y="2281220"/>
                  <a:pt x="7738400" y="2282161"/>
                  <a:pt x="7732823" y="2281745"/>
                </a:cubicBezTo>
                <a:cubicBezTo>
                  <a:pt x="7701651" y="2287255"/>
                  <a:pt x="7669771" y="2290213"/>
                  <a:pt x="7637396" y="2290736"/>
                </a:cubicBezTo>
                <a:lnTo>
                  <a:pt x="7620278" y="2292349"/>
                </a:lnTo>
                <a:lnTo>
                  <a:pt x="7620252" y="2291858"/>
                </a:lnTo>
                <a:lnTo>
                  <a:pt x="7619753" y="2291891"/>
                </a:lnTo>
                <a:cubicBezTo>
                  <a:pt x="7619187" y="2288119"/>
                  <a:pt x="7619160" y="2284333"/>
                  <a:pt x="7619160" y="2280541"/>
                </a:cubicBezTo>
                <a:cubicBezTo>
                  <a:pt x="7619160" y="2274903"/>
                  <a:pt x="7619219" y="2269279"/>
                  <a:pt x="7620531" y="2263693"/>
                </a:cubicBezTo>
                <a:cubicBezTo>
                  <a:pt x="7620488" y="2232611"/>
                  <a:pt x="7622938" y="2201969"/>
                  <a:pt x="7627995" y="2171962"/>
                </a:cubicBezTo>
                <a:lnTo>
                  <a:pt x="7628535" y="2165325"/>
                </a:lnTo>
                <a:cubicBezTo>
                  <a:pt x="7628704" y="2165320"/>
                  <a:pt x="7628873" y="2165315"/>
                  <a:pt x="7629040" y="2165262"/>
                </a:cubicBezTo>
                <a:cubicBezTo>
                  <a:pt x="7679317" y="1815167"/>
                  <a:pt x="7960356" y="1536596"/>
                  <a:pt x="8319206" y="1477664"/>
                </a:cubicBezTo>
                <a:lnTo>
                  <a:pt x="8319323" y="1476525"/>
                </a:lnTo>
                <a:cubicBezTo>
                  <a:pt x="8324632" y="1475523"/>
                  <a:pt x="8329960" y="1474582"/>
                  <a:pt x="8335536" y="1474998"/>
                </a:cubicBezTo>
                <a:cubicBezTo>
                  <a:pt x="8366719" y="1469485"/>
                  <a:pt x="8398612" y="1466527"/>
                  <a:pt x="8430998" y="1466004"/>
                </a:cubicBezTo>
                <a:close/>
                <a:moveTo>
                  <a:pt x="6769722" y="1464394"/>
                </a:moveTo>
                <a:lnTo>
                  <a:pt x="6786810" y="1466004"/>
                </a:lnTo>
                <a:cubicBezTo>
                  <a:pt x="6819195" y="1466527"/>
                  <a:pt x="6851088" y="1469485"/>
                  <a:pt x="6882271" y="1474998"/>
                </a:cubicBezTo>
                <a:cubicBezTo>
                  <a:pt x="6887847" y="1474582"/>
                  <a:pt x="6893175" y="1475523"/>
                  <a:pt x="6898484" y="1476525"/>
                </a:cubicBezTo>
                <a:lnTo>
                  <a:pt x="6898601" y="1477664"/>
                </a:lnTo>
                <a:cubicBezTo>
                  <a:pt x="7257451" y="1536596"/>
                  <a:pt x="7538490" y="1815167"/>
                  <a:pt x="7588766" y="2165262"/>
                </a:cubicBezTo>
                <a:cubicBezTo>
                  <a:pt x="7588934" y="2165315"/>
                  <a:pt x="7589103" y="2165320"/>
                  <a:pt x="7589272" y="2165325"/>
                </a:cubicBezTo>
                <a:lnTo>
                  <a:pt x="7589812" y="2171962"/>
                </a:lnTo>
                <a:cubicBezTo>
                  <a:pt x="7594869" y="2201969"/>
                  <a:pt x="7597319" y="2232611"/>
                  <a:pt x="7597276" y="2263693"/>
                </a:cubicBezTo>
                <a:cubicBezTo>
                  <a:pt x="7598588" y="2269279"/>
                  <a:pt x="7598647" y="2274903"/>
                  <a:pt x="7598647" y="2280541"/>
                </a:cubicBezTo>
                <a:cubicBezTo>
                  <a:pt x="7598647" y="2284333"/>
                  <a:pt x="7598620" y="2288119"/>
                  <a:pt x="7598054" y="2291891"/>
                </a:cubicBezTo>
                <a:lnTo>
                  <a:pt x="7597555" y="2291858"/>
                </a:lnTo>
                <a:lnTo>
                  <a:pt x="7597529" y="2292349"/>
                </a:lnTo>
                <a:lnTo>
                  <a:pt x="7580411" y="2290736"/>
                </a:lnTo>
                <a:cubicBezTo>
                  <a:pt x="7548036" y="2290213"/>
                  <a:pt x="7516156" y="2287255"/>
                  <a:pt x="7484984" y="2281745"/>
                </a:cubicBezTo>
                <a:cubicBezTo>
                  <a:pt x="7479407" y="2282161"/>
                  <a:pt x="7474078" y="2281220"/>
                  <a:pt x="7468767" y="2280217"/>
                </a:cubicBezTo>
                <a:lnTo>
                  <a:pt x="7468651" y="2279078"/>
                </a:lnTo>
                <a:cubicBezTo>
                  <a:pt x="7109800" y="2220146"/>
                  <a:pt x="6828761" y="1941574"/>
                  <a:pt x="6778486" y="1591480"/>
                </a:cubicBezTo>
                <a:cubicBezTo>
                  <a:pt x="6778318" y="1591427"/>
                  <a:pt x="6778150" y="1591423"/>
                  <a:pt x="6777980" y="1591418"/>
                </a:cubicBezTo>
                <a:lnTo>
                  <a:pt x="6777442" y="1584794"/>
                </a:lnTo>
                <a:cubicBezTo>
                  <a:pt x="6772383" y="1554782"/>
                  <a:pt x="6769933" y="1524133"/>
                  <a:pt x="6769975" y="1493044"/>
                </a:cubicBezTo>
                <a:cubicBezTo>
                  <a:pt x="6768663" y="1487460"/>
                  <a:pt x="6768604" y="1481838"/>
                  <a:pt x="6768604" y="1476202"/>
                </a:cubicBezTo>
                <a:lnTo>
                  <a:pt x="6769198" y="1464852"/>
                </a:lnTo>
                <a:lnTo>
                  <a:pt x="6769696" y="1464884"/>
                </a:lnTo>
                <a:close/>
                <a:moveTo>
                  <a:pt x="6755934" y="1464394"/>
                </a:moveTo>
                <a:lnTo>
                  <a:pt x="6755960" y="1464884"/>
                </a:lnTo>
                <a:lnTo>
                  <a:pt x="6756458" y="1464852"/>
                </a:lnTo>
                <a:lnTo>
                  <a:pt x="6757052" y="1476202"/>
                </a:lnTo>
                <a:cubicBezTo>
                  <a:pt x="6757052" y="1481838"/>
                  <a:pt x="6756994" y="1487460"/>
                  <a:pt x="6755682" y="1493044"/>
                </a:cubicBezTo>
                <a:cubicBezTo>
                  <a:pt x="6755724" y="1524133"/>
                  <a:pt x="6753273" y="1554782"/>
                  <a:pt x="6748215" y="1584794"/>
                </a:cubicBezTo>
                <a:lnTo>
                  <a:pt x="6747676" y="1591418"/>
                </a:lnTo>
                <a:cubicBezTo>
                  <a:pt x="6747507" y="1591423"/>
                  <a:pt x="6747338" y="1591427"/>
                  <a:pt x="6747171" y="1591480"/>
                </a:cubicBezTo>
                <a:cubicBezTo>
                  <a:pt x="6696895" y="1941574"/>
                  <a:pt x="6415856" y="2220146"/>
                  <a:pt x="6057005" y="2279078"/>
                </a:cubicBezTo>
                <a:lnTo>
                  <a:pt x="6056889" y="2280217"/>
                </a:lnTo>
                <a:cubicBezTo>
                  <a:pt x="6051578" y="2281220"/>
                  <a:pt x="6046249" y="2282161"/>
                  <a:pt x="6040672" y="2281745"/>
                </a:cubicBezTo>
                <a:cubicBezTo>
                  <a:pt x="6009500" y="2287255"/>
                  <a:pt x="5977620" y="2290213"/>
                  <a:pt x="5945246" y="2290736"/>
                </a:cubicBezTo>
                <a:lnTo>
                  <a:pt x="5928127" y="2292349"/>
                </a:lnTo>
                <a:lnTo>
                  <a:pt x="5928101" y="2291858"/>
                </a:lnTo>
                <a:lnTo>
                  <a:pt x="5927602" y="2291891"/>
                </a:lnTo>
                <a:cubicBezTo>
                  <a:pt x="5927036" y="2288119"/>
                  <a:pt x="5927009" y="2284333"/>
                  <a:pt x="5927009" y="2280541"/>
                </a:cubicBezTo>
                <a:cubicBezTo>
                  <a:pt x="5927009" y="2274903"/>
                  <a:pt x="5927068" y="2269279"/>
                  <a:pt x="5928380" y="2263693"/>
                </a:cubicBezTo>
                <a:cubicBezTo>
                  <a:pt x="5928338" y="2232611"/>
                  <a:pt x="5930787" y="2201969"/>
                  <a:pt x="5935844" y="2171962"/>
                </a:cubicBezTo>
                <a:lnTo>
                  <a:pt x="5936384" y="2165325"/>
                </a:lnTo>
                <a:cubicBezTo>
                  <a:pt x="5936553" y="2165320"/>
                  <a:pt x="5936722" y="2165315"/>
                  <a:pt x="5936890" y="2165262"/>
                </a:cubicBezTo>
                <a:cubicBezTo>
                  <a:pt x="5987166" y="1815167"/>
                  <a:pt x="6268205" y="1536596"/>
                  <a:pt x="6627056" y="1477664"/>
                </a:cubicBezTo>
                <a:lnTo>
                  <a:pt x="6627173" y="1476525"/>
                </a:lnTo>
                <a:cubicBezTo>
                  <a:pt x="6632481" y="1475523"/>
                  <a:pt x="6637809" y="1474582"/>
                  <a:pt x="6643385" y="1474998"/>
                </a:cubicBezTo>
                <a:cubicBezTo>
                  <a:pt x="6674569" y="1469485"/>
                  <a:pt x="6706461" y="1466527"/>
                  <a:pt x="6738847" y="1466004"/>
                </a:cubicBezTo>
                <a:close/>
                <a:moveTo>
                  <a:pt x="5077571" y="1464394"/>
                </a:moveTo>
                <a:lnTo>
                  <a:pt x="5094659" y="1466004"/>
                </a:lnTo>
                <a:cubicBezTo>
                  <a:pt x="5127044" y="1466527"/>
                  <a:pt x="5158937" y="1469485"/>
                  <a:pt x="5190120" y="1474998"/>
                </a:cubicBezTo>
                <a:cubicBezTo>
                  <a:pt x="5195696" y="1474582"/>
                  <a:pt x="5201024" y="1475523"/>
                  <a:pt x="5206334" y="1476525"/>
                </a:cubicBezTo>
                <a:lnTo>
                  <a:pt x="5206450" y="1477664"/>
                </a:lnTo>
                <a:cubicBezTo>
                  <a:pt x="5565300" y="1536596"/>
                  <a:pt x="5846339" y="1815167"/>
                  <a:pt x="5896616" y="2165262"/>
                </a:cubicBezTo>
                <a:cubicBezTo>
                  <a:pt x="5896783" y="2165315"/>
                  <a:pt x="5896953" y="2165320"/>
                  <a:pt x="5897121" y="2165325"/>
                </a:cubicBezTo>
                <a:lnTo>
                  <a:pt x="5897662" y="2171962"/>
                </a:lnTo>
                <a:cubicBezTo>
                  <a:pt x="5902718" y="2201969"/>
                  <a:pt x="5905168" y="2232611"/>
                  <a:pt x="5905126" y="2263693"/>
                </a:cubicBezTo>
                <a:cubicBezTo>
                  <a:pt x="5906438" y="2269279"/>
                  <a:pt x="5906496" y="2274903"/>
                  <a:pt x="5906496" y="2280541"/>
                </a:cubicBezTo>
                <a:cubicBezTo>
                  <a:pt x="5906496" y="2284333"/>
                  <a:pt x="5906469" y="2288119"/>
                  <a:pt x="5905903" y="2291891"/>
                </a:cubicBezTo>
                <a:lnTo>
                  <a:pt x="5905404" y="2291858"/>
                </a:lnTo>
                <a:lnTo>
                  <a:pt x="5905378" y="2292349"/>
                </a:lnTo>
                <a:lnTo>
                  <a:pt x="5888260" y="2290736"/>
                </a:lnTo>
                <a:cubicBezTo>
                  <a:pt x="5855886" y="2290213"/>
                  <a:pt x="5824005" y="2287255"/>
                  <a:pt x="5792833" y="2281745"/>
                </a:cubicBezTo>
                <a:cubicBezTo>
                  <a:pt x="5787256" y="2282161"/>
                  <a:pt x="5781927" y="2281220"/>
                  <a:pt x="5776617" y="2280217"/>
                </a:cubicBezTo>
                <a:lnTo>
                  <a:pt x="5776501" y="2279078"/>
                </a:lnTo>
                <a:cubicBezTo>
                  <a:pt x="5417649" y="2220146"/>
                  <a:pt x="5136610" y="1941574"/>
                  <a:pt x="5086335" y="1591480"/>
                </a:cubicBezTo>
                <a:cubicBezTo>
                  <a:pt x="5086167" y="1591427"/>
                  <a:pt x="5085999" y="1591423"/>
                  <a:pt x="5085830" y="1591418"/>
                </a:cubicBezTo>
                <a:lnTo>
                  <a:pt x="5085291" y="1584794"/>
                </a:lnTo>
                <a:cubicBezTo>
                  <a:pt x="5080233" y="1554782"/>
                  <a:pt x="5077782" y="1524133"/>
                  <a:pt x="5077824" y="1493044"/>
                </a:cubicBezTo>
                <a:cubicBezTo>
                  <a:pt x="5076512" y="1487460"/>
                  <a:pt x="5076453" y="1481838"/>
                  <a:pt x="5076453" y="1476202"/>
                </a:cubicBezTo>
                <a:lnTo>
                  <a:pt x="5077047" y="1464852"/>
                </a:lnTo>
                <a:lnTo>
                  <a:pt x="5077545" y="1464884"/>
                </a:lnTo>
                <a:close/>
                <a:moveTo>
                  <a:pt x="5063783" y="1464394"/>
                </a:moveTo>
                <a:lnTo>
                  <a:pt x="5063809" y="1464884"/>
                </a:lnTo>
                <a:lnTo>
                  <a:pt x="5064307" y="1464852"/>
                </a:lnTo>
                <a:lnTo>
                  <a:pt x="5064902" y="1476202"/>
                </a:lnTo>
                <a:cubicBezTo>
                  <a:pt x="5064902" y="1481838"/>
                  <a:pt x="5064842" y="1487460"/>
                  <a:pt x="5063530" y="1493044"/>
                </a:cubicBezTo>
                <a:cubicBezTo>
                  <a:pt x="5063572" y="1524133"/>
                  <a:pt x="5061122" y="1554782"/>
                  <a:pt x="5056063" y="1584794"/>
                </a:cubicBezTo>
                <a:lnTo>
                  <a:pt x="5055525" y="1591418"/>
                </a:lnTo>
                <a:cubicBezTo>
                  <a:pt x="5055355" y="1591423"/>
                  <a:pt x="5055187" y="1591427"/>
                  <a:pt x="5055019" y="1591480"/>
                </a:cubicBezTo>
                <a:cubicBezTo>
                  <a:pt x="5004744" y="1941574"/>
                  <a:pt x="4723705" y="2220146"/>
                  <a:pt x="4364853" y="2279078"/>
                </a:cubicBezTo>
                <a:lnTo>
                  <a:pt x="4364737" y="2280217"/>
                </a:lnTo>
                <a:cubicBezTo>
                  <a:pt x="4359427" y="2281220"/>
                  <a:pt x="4354098" y="2282161"/>
                  <a:pt x="4348521" y="2281745"/>
                </a:cubicBezTo>
                <a:cubicBezTo>
                  <a:pt x="4317350" y="2287255"/>
                  <a:pt x="4285468" y="2290213"/>
                  <a:pt x="4253094" y="2290736"/>
                </a:cubicBezTo>
                <a:lnTo>
                  <a:pt x="4235976" y="2292349"/>
                </a:lnTo>
                <a:lnTo>
                  <a:pt x="4235950" y="2291858"/>
                </a:lnTo>
                <a:lnTo>
                  <a:pt x="4235451" y="2291891"/>
                </a:lnTo>
                <a:cubicBezTo>
                  <a:pt x="4234885" y="2288119"/>
                  <a:pt x="4234858" y="2284333"/>
                  <a:pt x="4234858" y="2280541"/>
                </a:cubicBezTo>
                <a:cubicBezTo>
                  <a:pt x="4234858" y="2274903"/>
                  <a:pt x="4234916" y="2269279"/>
                  <a:pt x="4236228" y="2263693"/>
                </a:cubicBezTo>
                <a:cubicBezTo>
                  <a:pt x="4236186" y="2232611"/>
                  <a:pt x="4238636" y="2201969"/>
                  <a:pt x="4243692" y="2171962"/>
                </a:cubicBezTo>
                <a:lnTo>
                  <a:pt x="4244233" y="2165325"/>
                </a:lnTo>
                <a:cubicBezTo>
                  <a:pt x="4244401" y="2165320"/>
                  <a:pt x="4244571" y="2165315"/>
                  <a:pt x="4244738" y="2165262"/>
                </a:cubicBezTo>
                <a:cubicBezTo>
                  <a:pt x="4295015" y="1815167"/>
                  <a:pt x="4576054" y="1536596"/>
                  <a:pt x="4934904" y="1477664"/>
                </a:cubicBezTo>
                <a:lnTo>
                  <a:pt x="4935021" y="1476525"/>
                </a:lnTo>
                <a:cubicBezTo>
                  <a:pt x="4940330" y="1475523"/>
                  <a:pt x="4945658" y="1474582"/>
                  <a:pt x="4951234" y="1474998"/>
                </a:cubicBezTo>
                <a:cubicBezTo>
                  <a:pt x="4982417" y="1469485"/>
                  <a:pt x="5014310" y="1466527"/>
                  <a:pt x="5046695" y="1466004"/>
                </a:cubicBezTo>
                <a:close/>
                <a:moveTo>
                  <a:pt x="3385420" y="1464394"/>
                </a:moveTo>
                <a:lnTo>
                  <a:pt x="3402507" y="1466004"/>
                </a:lnTo>
                <a:cubicBezTo>
                  <a:pt x="3434893" y="1466527"/>
                  <a:pt x="3466785" y="1469485"/>
                  <a:pt x="3497969" y="1474998"/>
                </a:cubicBezTo>
                <a:cubicBezTo>
                  <a:pt x="3503545" y="1474582"/>
                  <a:pt x="3508873" y="1475523"/>
                  <a:pt x="3514181" y="1476525"/>
                </a:cubicBezTo>
                <a:lnTo>
                  <a:pt x="3514298" y="1477664"/>
                </a:lnTo>
                <a:cubicBezTo>
                  <a:pt x="3873149" y="1536596"/>
                  <a:pt x="4154188" y="1815167"/>
                  <a:pt x="4204464" y="2165262"/>
                </a:cubicBezTo>
                <a:cubicBezTo>
                  <a:pt x="4204632" y="2165315"/>
                  <a:pt x="4204801" y="2165320"/>
                  <a:pt x="4204970" y="2165325"/>
                </a:cubicBezTo>
                <a:lnTo>
                  <a:pt x="4205510" y="2171962"/>
                </a:lnTo>
                <a:cubicBezTo>
                  <a:pt x="4210567" y="2201969"/>
                  <a:pt x="4213016" y="2232611"/>
                  <a:pt x="4212974" y="2263693"/>
                </a:cubicBezTo>
                <a:cubicBezTo>
                  <a:pt x="4214286" y="2269279"/>
                  <a:pt x="4214345" y="2274903"/>
                  <a:pt x="4214345" y="2280541"/>
                </a:cubicBezTo>
                <a:cubicBezTo>
                  <a:pt x="4214345" y="2284333"/>
                  <a:pt x="4214318" y="2288119"/>
                  <a:pt x="4213752" y="2291891"/>
                </a:cubicBezTo>
                <a:lnTo>
                  <a:pt x="4213253" y="2291858"/>
                </a:lnTo>
                <a:lnTo>
                  <a:pt x="4213227" y="2292349"/>
                </a:lnTo>
                <a:lnTo>
                  <a:pt x="4196108" y="2290736"/>
                </a:lnTo>
                <a:cubicBezTo>
                  <a:pt x="4163734" y="2290213"/>
                  <a:pt x="4131854" y="2287255"/>
                  <a:pt x="4100682" y="2281745"/>
                </a:cubicBezTo>
                <a:cubicBezTo>
                  <a:pt x="4095105" y="2282161"/>
                  <a:pt x="4089776" y="2281220"/>
                  <a:pt x="4084465" y="2280217"/>
                </a:cubicBezTo>
                <a:lnTo>
                  <a:pt x="4084349" y="2279078"/>
                </a:lnTo>
                <a:cubicBezTo>
                  <a:pt x="3725498" y="2220146"/>
                  <a:pt x="3444459" y="1941574"/>
                  <a:pt x="3394183" y="1591480"/>
                </a:cubicBezTo>
                <a:cubicBezTo>
                  <a:pt x="3394016" y="1591427"/>
                  <a:pt x="3393847" y="1591423"/>
                  <a:pt x="3393678" y="1591418"/>
                </a:cubicBezTo>
                <a:lnTo>
                  <a:pt x="3393139" y="1584794"/>
                </a:lnTo>
                <a:cubicBezTo>
                  <a:pt x="3388081" y="1554782"/>
                  <a:pt x="3385630" y="1524133"/>
                  <a:pt x="3385672" y="1493044"/>
                </a:cubicBezTo>
                <a:cubicBezTo>
                  <a:pt x="3384360" y="1487460"/>
                  <a:pt x="3384302" y="1481838"/>
                  <a:pt x="3384302" y="1476202"/>
                </a:cubicBezTo>
                <a:lnTo>
                  <a:pt x="3384896" y="1464852"/>
                </a:lnTo>
                <a:lnTo>
                  <a:pt x="3385394" y="1464884"/>
                </a:lnTo>
                <a:close/>
                <a:moveTo>
                  <a:pt x="3371632" y="1464394"/>
                </a:moveTo>
                <a:lnTo>
                  <a:pt x="3371658" y="1464884"/>
                </a:lnTo>
                <a:lnTo>
                  <a:pt x="3372156" y="1464852"/>
                </a:lnTo>
                <a:lnTo>
                  <a:pt x="3372750" y="1476202"/>
                </a:lnTo>
                <a:cubicBezTo>
                  <a:pt x="3372750" y="1481838"/>
                  <a:pt x="3372691" y="1487460"/>
                  <a:pt x="3371379" y="1493044"/>
                </a:cubicBezTo>
                <a:cubicBezTo>
                  <a:pt x="3371421" y="1524133"/>
                  <a:pt x="3368971" y="1554782"/>
                  <a:pt x="3363912" y="1584794"/>
                </a:cubicBezTo>
                <a:lnTo>
                  <a:pt x="3363374" y="1591418"/>
                </a:lnTo>
                <a:cubicBezTo>
                  <a:pt x="3363204" y="1591423"/>
                  <a:pt x="3363036" y="1591427"/>
                  <a:pt x="3362868" y="1591480"/>
                </a:cubicBezTo>
                <a:cubicBezTo>
                  <a:pt x="3312593" y="1941574"/>
                  <a:pt x="3031554" y="2220146"/>
                  <a:pt x="2672703" y="2279078"/>
                </a:cubicBezTo>
                <a:lnTo>
                  <a:pt x="2672586" y="2280217"/>
                </a:lnTo>
                <a:cubicBezTo>
                  <a:pt x="2667276" y="2281220"/>
                  <a:pt x="2661947" y="2282161"/>
                  <a:pt x="2656370" y="2281745"/>
                </a:cubicBezTo>
                <a:cubicBezTo>
                  <a:pt x="2625198" y="2287255"/>
                  <a:pt x="2593318" y="2290213"/>
                  <a:pt x="2560943" y="2290736"/>
                </a:cubicBezTo>
                <a:lnTo>
                  <a:pt x="2543825" y="2292349"/>
                </a:lnTo>
                <a:lnTo>
                  <a:pt x="2543799" y="2291858"/>
                </a:lnTo>
                <a:lnTo>
                  <a:pt x="2543300" y="2291891"/>
                </a:lnTo>
                <a:cubicBezTo>
                  <a:pt x="2542734" y="2288119"/>
                  <a:pt x="2542707" y="2284333"/>
                  <a:pt x="2542707" y="2280541"/>
                </a:cubicBezTo>
                <a:cubicBezTo>
                  <a:pt x="2542707" y="2274903"/>
                  <a:pt x="2542765" y="2269279"/>
                  <a:pt x="2544077" y="2263693"/>
                </a:cubicBezTo>
                <a:cubicBezTo>
                  <a:pt x="2544035" y="2232611"/>
                  <a:pt x="2546485" y="2201969"/>
                  <a:pt x="2551541" y="2171962"/>
                </a:cubicBezTo>
                <a:lnTo>
                  <a:pt x="2552082" y="2165325"/>
                </a:lnTo>
                <a:cubicBezTo>
                  <a:pt x="2552250" y="2165320"/>
                  <a:pt x="2552420" y="2165315"/>
                  <a:pt x="2552587" y="2165262"/>
                </a:cubicBezTo>
                <a:cubicBezTo>
                  <a:pt x="2602864" y="1815167"/>
                  <a:pt x="2883903" y="1536596"/>
                  <a:pt x="3242753" y="1477664"/>
                </a:cubicBezTo>
                <a:lnTo>
                  <a:pt x="3242870" y="1476525"/>
                </a:lnTo>
                <a:cubicBezTo>
                  <a:pt x="3248179" y="1475523"/>
                  <a:pt x="3253507" y="1474582"/>
                  <a:pt x="3259083" y="1474998"/>
                </a:cubicBezTo>
                <a:cubicBezTo>
                  <a:pt x="3290266" y="1469485"/>
                  <a:pt x="3322159" y="1466527"/>
                  <a:pt x="3354544" y="1466004"/>
                </a:cubicBezTo>
                <a:close/>
                <a:moveTo>
                  <a:pt x="1693269" y="1464394"/>
                </a:moveTo>
                <a:lnTo>
                  <a:pt x="1710356" y="1466004"/>
                </a:lnTo>
                <a:cubicBezTo>
                  <a:pt x="1742742" y="1466527"/>
                  <a:pt x="1774634" y="1469485"/>
                  <a:pt x="1805818" y="1474998"/>
                </a:cubicBezTo>
                <a:cubicBezTo>
                  <a:pt x="1811394" y="1474582"/>
                  <a:pt x="1816722" y="1475523"/>
                  <a:pt x="1822030" y="1476525"/>
                </a:cubicBezTo>
                <a:lnTo>
                  <a:pt x="1822148" y="1477664"/>
                </a:lnTo>
                <a:cubicBezTo>
                  <a:pt x="2180998" y="1536596"/>
                  <a:pt x="2462037" y="1815167"/>
                  <a:pt x="2512313" y="2165262"/>
                </a:cubicBezTo>
                <a:cubicBezTo>
                  <a:pt x="2512481" y="2165315"/>
                  <a:pt x="2512650" y="2165320"/>
                  <a:pt x="2512819" y="2165325"/>
                </a:cubicBezTo>
                <a:lnTo>
                  <a:pt x="2513359" y="2171962"/>
                </a:lnTo>
                <a:cubicBezTo>
                  <a:pt x="2518416" y="2201969"/>
                  <a:pt x="2520865" y="2232611"/>
                  <a:pt x="2520823" y="2263693"/>
                </a:cubicBezTo>
                <a:cubicBezTo>
                  <a:pt x="2522135" y="2269279"/>
                  <a:pt x="2522194" y="2274903"/>
                  <a:pt x="2522194" y="2280541"/>
                </a:cubicBezTo>
                <a:cubicBezTo>
                  <a:pt x="2522194" y="2284333"/>
                  <a:pt x="2522167" y="2288119"/>
                  <a:pt x="2521601" y="2291891"/>
                </a:cubicBezTo>
                <a:lnTo>
                  <a:pt x="2521102" y="2291858"/>
                </a:lnTo>
                <a:lnTo>
                  <a:pt x="2521076" y="2292349"/>
                </a:lnTo>
                <a:lnTo>
                  <a:pt x="2503957" y="2290736"/>
                </a:lnTo>
                <a:cubicBezTo>
                  <a:pt x="2471583" y="2290213"/>
                  <a:pt x="2439703" y="2287255"/>
                  <a:pt x="2408531" y="2281745"/>
                </a:cubicBezTo>
                <a:cubicBezTo>
                  <a:pt x="2402954" y="2282161"/>
                  <a:pt x="2397625" y="2281220"/>
                  <a:pt x="2392314" y="2280217"/>
                </a:cubicBezTo>
                <a:lnTo>
                  <a:pt x="2392198" y="2279078"/>
                </a:lnTo>
                <a:cubicBezTo>
                  <a:pt x="2033347" y="2220146"/>
                  <a:pt x="1752308" y="1941574"/>
                  <a:pt x="1702032" y="1591480"/>
                </a:cubicBezTo>
                <a:cubicBezTo>
                  <a:pt x="1701865" y="1591427"/>
                  <a:pt x="1701696" y="1591423"/>
                  <a:pt x="1701527" y="1591418"/>
                </a:cubicBezTo>
                <a:lnTo>
                  <a:pt x="1700989" y="1584794"/>
                </a:lnTo>
                <a:cubicBezTo>
                  <a:pt x="1695930" y="1554782"/>
                  <a:pt x="1693479" y="1524133"/>
                  <a:pt x="1693521" y="1493044"/>
                </a:cubicBezTo>
                <a:cubicBezTo>
                  <a:pt x="1692209" y="1487460"/>
                  <a:pt x="1692151" y="1481838"/>
                  <a:pt x="1692151" y="1476202"/>
                </a:cubicBezTo>
                <a:lnTo>
                  <a:pt x="1692745" y="1464852"/>
                </a:lnTo>
                <a:lnTo>
                  <a:pt x="1693243" y="1464884"/>
                </a:lnTo>
                <a:close/>
                <a:moveTo>
                  <a:pt x="1679481" y="1464394"/>
                </a:moveTo>
                <a:lnTo>
                  <a:pt x="1679507" y="1464884"/>
                </a:lnTo>
                <a:lnTo>
                  <a:pt x="1680005" y="1464852"/>
                </a:lnTo>
                <a:lnTo>
                  <a:pt x="1680599" y="1476202"/>
                </a:lnTo>
                <a:cubicBezTo>
                  <a:pt x="1680599" y="1481838"/>
                  <a:pt x="1680540" y="1487460"/>
                  <a:pt x="1679228" y="1493044"/>
                </a:cubicBezTo>
                <a:cubicBezTo>
                  <a:pt x="1679270" y="1524133"/>
                  <a:pt x="1676820" y="1554782"/>
                  <a:pt x="1671761" y="1584794"/>
                </a:cubicBezTo>
                <a:lnTo>
                  <a:pt x="1671223" y="1591418"/>
                </a:lnTo>
                <a:cubicBezTo>
                  <a:pt x="1671053" y="1591423"/>
                  <a:pt x="1670885" y="1591427"/>
                  <a:pt x="1670717" y="1591480"/>
                </a:cubicBezTo>
                <a:cubicBezTo>
                  <a:pt x="1620442" y="1941574"/>
                  <a:pt x="1339403" y="2220146"/>
                  <a:pt x="980552" y="2279078"/>
                </a:cubicBezTo>
                <a:lnTo>
                  <a:pt x="980435" y="2280217"/>
                </a:lnTo>
                <a:cubicBezTo>
                  <a:pt x="975125" y="2281220"/>
                  <a:pt x="969796" y="2282161"/>
                  <a:pt x="964219" y="2281745"/>
                </a:cubicBezTo>
                <a:cubicBezTo>
                  <a:pt x="933047" y="2287255"/>
                  <a:pt x="901167" y="2290213"/>
                  <a:pt x="868792" y="2290736"/>
                </a:cubicBezTo>
                <a:lnTo>
                  <a:pt x="851674" y="2292349"/>
                </a:lnTo>
                <a:lnTo>
                  <a:pt x="851648" y="2291858"/>
                </a:lnTo>
                <a:lnTo>
                  <a:pt x="851149" y="2291891"/>
                </a:lnTo>
                <a:cubicBezTo>
                  <a:pt x="850583" y="2288119"/>
                  <a:pt x="850556" y="2284333"/>
                  <a:pt x="850556" y="2280541"/>
                </a:cubicBezTo>
                <a:cubicBezTo>
                  <a:pt x="850556" y="2274903"/>
                  <a:pt x="850614" y="2269279"/>
                  <a:pt x="851926" y="2263693"/>
                </a:cubicBezTo>
                <a:cubicBezTo>
                  <a:pt x="851884" y="2232611"/>
                  <a:pt x="854334" y="2201969"/>
                  <a:pt x="859390" y="2171962"/>
                </a:cubicBezTo>
                <a:lnTo>
                  <a:pt x="859931" y="2165325"/>
                </a:lnTo>
                <a:cubicBezTo>
                  <a:pt x="860099" y="2165320"/>
                  <a:pt x="860269" y="2165315"/>
                  <a:pt x="860436" y="2165262"/>
                </a:cubicBezTo>
                <a:cubicBezTo>
                  <a:pt x="910713" y="1815167"/>
                  <a:pt x="1191752" y="1536596"/>
                  <a:pt x="1550602" y="1477664"/>
                </a:cubicBezTo>
                <a:lnTo>
                  <a:pt x="1550719" y="1476525"/>
                </a:lnTo>
                <a:cubicBezTo>
                  <a:pt x="1556028" y="1475523"/>
                  <a:pt x="1561356" y="1474582"/>
                  <a:pt x="1566932" y="1474998"/>
                </a:cubicBezTo>
                <a:cubicBezTo>
                  <a:pt x="1598115" y="1469485"/>
                  <a:pt x="1630008" y="1466527"/>
                  <a:pt x="1662393" y="1466004"/>
                </a:cubicBezTo>
                <a:close/>
                <a:moveTo>
                  <a:pt x="1118" y="1464394"/>
                </a:moveTo>
                <a:lnTo>
                  <a:pt x="18205" y="1466004"/>
                </a:lnTo>
                <a:cubicBezTo>
                  <a:pt x="50591" y="1466527"/>
                  <a:pt x="82483" y="1469485"/>
                  <a:pt x="113667" y="1474998"/>
                </a:cubicBezTo>
                <a:cubicBezTo>
                  <a:pt x="119243" y="1474582"/>
                  <a:pt x="124571" y="1475523"/>
                  <a:pt x="129879" y="1476525"/>
                </a:cubicBezTo>
                <a:lnTo>
                  <a:pt x="129997" y="1477664"/>
                </a:lnTo>
                <a:cubicBezTo>
                  <a:pt x="488847" y="1536596"/>
                  <a:pt x="769886" y="1815167"/>
                  <a:pt x="820162" y="2165262"/>
                </a:cubicBezTo>
                <a:cubicBezTo>
                  <a:pt x="820330" y="2165315"/>
                  <a:pt x="820499" y="2165320"/>
                  <a:pt x="820668" y="2165325"/>
                </a:cubicBezTo>
                <a:lnTo>
                  <a:pt x="821208" y="2171962"/>
                </a:lnTo>
                <a:cubicBezTo>
                  <a:pt x="826265" y="2201969"/>
                  <a:pt x="828714" y="2232611"/>
                  <a:pt x="828672" y="2263693"/>
                </a:cubicBezTo>
                <a:cubicBezTo>
                  <a:pt x="829984" y="2269279"/>
                  <a:pt x="830043" y="2274903"/>
                  <a:pt x="830043" y="2280541"/>
                </a:cubicBezTo>
                <a:cubicBezTo>
                  <a:pt x="830043" y="2284333"/>
                  <a:pt x="830016" y="2288119"/>
                  <a:pt x="829450" y="2291891"/>
                </a:cubicBezTo>
                <a:lnTo>
                  <a:pt x="828951" y="2291858"/>
                </a:lnTo>
                <a:lnTo>
                  <a:pt x="828925" y="2292349"/>
                </a:lnTo>
                <a:lnTo>
                  <a:pt x="811806" y="2290736"/>
                </a:lnTo>
                <a:cubicBezTo>
                  <a:pt x="779432" y="2290213"/>
                  <a:pt x="747552" y="2287255"/>
                  <a:pt x="716380" y="2281745"/>
                </a:cubicBezTo>
                <a:cubicBezTo>
                  <a:pt x="710803" y="2282161"/>
                  <a:pt x="705474" y="2281220"/>
                  <a:pt x="700163" y="2280217"/>
                </a:cubicBezTo>
                <a:lnTo>
                  <a:pt x="700047" y="2279078"/>
                </a:lnTo>
                <a:cubicBezTo>
                  <a:pt x="341196" y="2220146"/>
                  <a:pt x="60157" y="1941574"/>
                  <a:pt x="9881" y="1591480"/>
                </a:cubicBezTo>
                <a:cubicBezTo>
                  <a:pt x="9714" y="1591427"/>
                  <a:pt x="9545" y="1591423"/>
                  <a:pt x="9376" y="1591418"/>
                </a:cubicBezTo>
                <a:lnTo>
                  <a:pt x="8837" y="1584794"/>
                </a:lnTo>
                <a:cubicBezTo>
                  <a:pt x="3779" y="1554782"/>
                  <a:pt x="1328" y="1524133"/>
                  <a:pt x="1370" y="1493044"/>
                </a:cubicBezTo>
                <a:cubicBezTo>
                  <a:pt x="58" y="1487460"/>
                  <a:pt x="0" y="1481838"/>
                  <a:pt x="0" y="1476202"/>
                </a:cubicBezTo>
                <a:lnTo>
                  <a:pt x="594" y="1464852"/>
                </a:lnTo>
                <a:lnTo>
                  <a:pt x="1092" y="1464884"/>
                </a:lnTo>
                <a:close/>
                <a:moveTo>
                  <a:pt x="7762529" y="750600"/>
                </a:moveTo>
                <a:cubicBezTo>
                  <a:pt x="7815805" y="1021506"/>
                  <a:pt x="8030648" y="1236303"/>
                  <a:pt x="8305838" y="1295446"/>
                </a:cubicBezTo>
                <a:cubicBezTo>
                  <a:pt x="8252563" y="1024540"/>
                  <a:pt x="8037719" y="809743"/>
                  <a:pt x="7762529" y="750600"/>
                </a:cubicBezTo>
                <a:close/>
                <a:moveTo>
                  <a:pt x="7455280" y="750600"/>
                </a:moveTo>
                <a:cubicBezTo>
                  <a:pt x="7180090" y="809743"/>
                  <a:pt x="6965246" y="1024540"/>
                  <a:pt x="6911971" y="1295446"/>
                </a:cubicBezTo>
                <a:cubicBezTo>
                  <a:pt x="7187161" y="1236303"/>
                  <a:pt x="7402004" y="1021506"/>
                  <a:pt x="7455280" y="750600"/>
                </a:cubicBezTo>
                <a:close/>
                <a:moveTo>
                  <a:pt x="6070378" y="750600"/>
                </a:moveTo>
                <a:cubicBezTo>
                  <a:pt x="6123654" y="1021506"/>
                  <a:pt x="6338497" y="1236303"/>
                  <a:pt x="6613687" y="1295446"/>
                </a:cubicBezTo>
                <a:cubicBezTo>
                  <a:pt x="6560412" y="1024540"/>
                  <a:pt x="6345568" y="809743"/>
                  <a:pt x="6070378" y="750600"/>
                </a:cubicBezTo>
                <a:close/>
                <a:moveTo>
                  <a:pt x="5763129" y="750600"/>
                </a:moveTo>
                <a:cubicBezTo>
                  <a:pt x="5487939" y="809743"/>
                  <a:pt x="5273095" y="1024540"/>
                  <a:pt x="5219820" y="1295446"/>
                </a:cubicBezTo>
                <a:cubicBezTo>
                  <a:pt x="5495010" y="1236303"/>
                  <a:pt x="5709853" y="1021506"/>
                  <a:pt x="5763129" y="750600"/>
                </a:cubicBezTo>
                <a:close/>
                <a:moveTo>
                  <a:pt x="4378227" y="750600"/>
                </a:moveTo>
                <a:cubicBezTo>
                  <a:pt x="4431503" y="1021506"/>
                  <a:pt x="4646346" y="1236303"/>
                  <a:pt x="4921536" y="1295446"/>
                </a:cubicBezTo>
                <a:cubicBezTo>
                  <a:pt x="4868261" y="1024540"/>
                  <a:pt x="4653417" y="809743"/>
                  <a:pt x="4378227" y="750600"/>
                </a:cubicBezTo>
                <a:close/>
                <a:moveTo>
                  <a:pt x="4070978" y="750600"/>
                </a:moveTo>
                <a:cubicBezTo>
                  <a:pt x="3795788" y="809743"/>
                  <a:pt x="3580944" y="1024540"/>
                  <a:pt x="3527669" y="1295446"/>
                </a:cubicBezTo>
                <a:cubicBezTo>
                  <a:pt x="3802859" y="1236303"/>
                  <a:pt x="4017702" y="1021506"/>
                  <a:pt x="4070978" y="750600"/>
                </a:cubicBezTo>
                <a:close/>
                <a:moveTo>
                  <a:pt x="2686076" y="750600"/>
                </a:moveTo>
                <a:cubicBezTo>
                  <a:pt x="2739352" y="1021506"/>
                  <a:pt x="2954195" y="1236303"/>
                  <a:pt x="3229385" y="1295446"/>
                </a:cubicBezTo>
                <a:cubicBezTo>
                  <a:pt x="3176110" y="1024540"/>
                  <a:pt x="2961266" y="809743"/>
                  <a:pt x="2686076" y="750600"/>
                </a:cubicBezTo>
                <a:close/>
                <a:moveTo>
                  <a:pt x="2378827" y="750600"/>
                </a:moveTo>
                <a:cubicBezTo>
                  <a:pt x="2103637" y="809743"/>
                  <a:pt x="1888793" y="1024540"/>
                  <a:pt x="1835518" y="1295446"/>
                </a:cubicBezTo>
                <a:cubicBezTo>
                  <a:pt x="2110708" y="1236303"/>
                  <a:pt x="2325551" y="1021506"/>
                  <a:pt x="2378827" y="750600"/>
                </a:cubicBezTo>
                <a:close/>
                <a:moveTo>
                  <a:pt x="993925" y="750600"/>
                </a:moveTo>
                <a:cubicBezTo>
                  <a:pt x="1047201" y="1021506"/>
                  <a:pt x="1262044" y="1236303"/>
                  <a:pt x="1537234" y="1295446"/>
                </a:cubicBezTo>
                <a:cubicBezTo>
                  <a:pt x="1483959" y="1024540"/>
                  <a:pt x="1269115" y="809743"/>
                  <a:pt x="993925" y="750600"/>
                </a:cubicBezTo>
                <a:close/>
                <a:moveTo>
                  <a:pt x="686676" y="750600"/>
                </a:moveTo>
                <a:cubicBezTo>
                  <a:pt x="411486" y="809743"/>
                  <a:pt x="196642" y="1024540"/>
                  <a:pt x="143367" y="1295446"/>
                </a:cubicBezTo>
                <a:cubicBezTo>
                  <a:pt x="418557" y="1236303"/>
                  <a:pt x="633400" y="1021506"/>
                  <a:pt x="686676" y="750600"/>
                </a:cubicBezTo>
                <a:close/>
                <a:moveTo>
                  <a:pt x="9139239" y="624486"/>
                </a:moveTo>
                <a:lnTo>
                  <a:pt x="9139239" y="752995"/>
                </a:lnTo>
                <a:lnTo>
                  <a:pt x="9047261" y="779881"/>
                </a:lnTo>
                <a:cubicBezTo>
                  <a:pt x="8821055" y="864319"/>
                  <a:pt x="8650738" y="1058403"/>
                  <a:pt x="8604122" y="1295446"/>
                </a:cubicBezTo>
                <a:cubicBezTo>
                  <a:pt x="8844913" y="1243696"/>
                  <a:pt x="9039501" y="1072773"/>
                  <a:pt x="9120077" y="849365"/>
                </a:cubicBezTo>
                <a:lnTo>
                  <a:pt x="9139239" y="780178"/>
                </a:lnTo>
                <a:lnTo>
                  <a:pt x="9139239" y="1085737"/>
                </a:lnTo>
                <a:lnTo>
                  <a:pt x="9135069" y="1092549"/>
                </a:lnTo>
                <a:cubicBezTo>
                  <a:pt x="9008919" y="1266178"/>
                  <a:pt x="8815033" y="1389778"/>
                  <a:pt x="8590751" y="1426902"/>
                </a:cubicBezTo>
                <a:lnTo>
                  <a:pt x="8590635" y="1428050"/>
                </a:lnTo>
                <a:cubicBezTo>
                  <a:pt x="8585324" y="1429061"/>
                  <a:pt x="8579995" y="1430009"/>
                  <a:pt x="8574418" y="1429590"/>
                </a:cubicBezTo>
                <a:cubicBezTo>
                  <a:pt x="8543246" y="1435144"/>
                  <a:pt x="8511366" y="1438125"/>
                  <a:pt x="8478991" y="1438652"/>
                </a:cubicBezTo>
                <a:lnTo>
                  <a:pt x="8461873" y="1440278"/>
                </a:lnTo>
                <a:lnTo>
                  <a:pt x="8461847" y="1439783"/>
                </a:lnTo>
                <a:lnTo>
                  <a:pt x="8461348" y="1439816"/>
                </a:lnTo>
                <a:cubicBezTo>
                  <a:pt x="8460782" y="1436014"/>
                  <a:pt x="8460755" y="1432198"/>
                  <a:pt x="8460755" y="1428376"/>
                </a:cubicBezTo>
                <a:cubicBezTo>
                  <a:pt x="8460755" y="1422694"/>
                  <a:pt x="8460814" y="1417025"/>
                  <a:pt x="8462126" y="1411395"/>
                </a:cubicBezTo>
                <a:cubicBezTo>
                  <a:pt x="8462083" y="1380067"/>
                  <a:pt x="8464533" y="1349182"/>
                  <a:pt x="8469590" y="1318938"/>
                </a:cubicBezTo>
                <a:lnTo>
                  <a:pt x="8470130" y="1312248"/>
                </a:lnTo>
                <a:cubicBezTo>
                  <a:pt x="8470299" y="1312243"/>
                  <a:pt x="8470468" y="1312238"/>
                  <a:pt x="8470636" y="1312185"/>
                </a:cubicBezTo>
                <a:cubicBezTo>
                  <a:pt x="8514628" y="1003427"/>
                  <a:pt x="8735297" y="749863"/>
                  <a:pt x="9030178" y="651504"/>
                </a:cubicBezTo>
                <a:close/>
                <a:moveTo>
                  <a:pt x="7620280" y="605769"/>
                </a:moveTo>
                <a:lnTo>
                  <a:pt x="7637367" y="607392"/>
                </a:lnTo>
                <a:cubicBezTo>
                  <a:pt x="7669753" y="607919"/>
                  <a:pt x="7701646" y="610900"/>
                  <a:pt x="7732829" y="616457"/>
                </a:cubicBezTo>
                <a:cubicBezTo>
                  <a:pt x="7738405" y="616038"/>
                  <a:pt x="7743733" y="616986"/>
                  <a:pt x="7749042" y="617996"/>
                </a:cubicBezTo>
                <a:lnTo>
                  <a:pt x="7749159" y="619144"/>
                </a:lnTo>
                <a:cubicBezTo>
                  <a:pt x="8108009" y="678542"/>
                  <a:pt x="8389048" y="959319"/>
                  <a:pt x="8439324" y="1312185"/>
                </a:cubicBezTo>
                <a:cubicBezTo>
                  <a:pt x="8439492" y="1312238"/>
                  <a:pt x="8439661" y="1312243"/>
                  <a:pt x="8439830" y="1312248"/>
                </a:cubicBezTo>
                <a:lnTo>
                  <a:pt x="8440370" y="1318938"/>
                </a:lnTo>
                <a:cubicBezTo>
                  <a:pt x="8445427" y="1349182"/>
                  <a:pt x="8447877" y="1380067"/>
                  <a:pt x="8447834" y="1411395"/>
                </a:cubicBezTo>
                <a:cubicBezTo>
                  <a:pt x="8449146" y="1417025"/>
                  <a:pt x="8449205" y="1422694"/>
                  <a:pt x="8449205" y="1428376"/>
                </a:cubicBezTo>
                <a:cubicBezTo>
                  <a:pt x="8449205" y="1432198"/>
                  <a:pt x="8449178" y="1436014"/>
                  <a:pt x="8448612" y="1439816"/>
                </a:cubicBezTo>
                <a:lnTo>
                  <a:pt x="8448113" y="1439783"/>
                </a:lnTo>
                <a:lnTo>
                  <a:pt x="8448087" y="1440278"/>
                </a:lnTo>
                <a:lnTo>
                  <a:pt x="8430969" y="1438652"/>
                </a:lnTo>
                <a:cubicBezTo>
                  <a:pt x="8398594" y="1438125"/>
                  <a:pt x="8366714" y="1435144"/>
                  <a:pt x="8335542" y="1429590"/>
                </a:cubicBezTo>
                <a:cubicBezTo>
                  <a:pt x="8329965" y="1430009"/>
                  <a:pt x="8324636" y="1429061"/>
                  <a:pt x="8319325" y="1428050"/>
                </a:cubicBezTo>
                <a:lnTo>
                  <a:pt x="8319209" y="1426902"/>
                </a:lnTo>
                <a:cubicBezTo>
                  <a:pt x="7960358" y="1367503"/>
                  <a:pt x="7679319" y="1086726"/>
                  <a:pt x="7629044" y="733861"/>
                </a:cubicBezTo>
                <a:cubicBezTo>
                  <a:pt x="7628876" y="733808"/>
                  <a:pt x="7628708" y="733803"/>
                  <a:pt x="7628538" y="733798"/>
                </a:cubicBezTo>
                <a:lnTo>
                  <a:pt x="7628000" y="727122"/>
                </a:lnTo>
                <a:cubicBezTo>
                  <a:pt x="7622941" y="696872"/>
                  <a:pt x="7620490" y="665981"/>
                  <a:pt x="7620533" y="634646"/>
                </a:cubicBezTo>
                <a:cubicBezTo>
                  <a:pt x="7619221" y="629018"/>
                  <a:pt x="7619162" y="623351"/>
                  <a:pt x="7619162" y="617670"/>
                </a:cubicBezTo>
                <a:lnTo>
                  <a:pt x="7619756" y="606230"/>
                </a:lnTo>
                <a:lnTo>
                  <a:pt x="7620254" y="606263"/>
                </a:lnTo>
                <a:close/>
                <a:moveTo>
                  <a:pt x="7597529" y="605769"/>
                </a:moveTo>
                <a:lnTo>
                  <a:pt x="7597555" y="606263"/>
                </a:lnTo>
                <a:lnTo>
                  <a:pt x="7598053" y="606230"/>
                </a:lnTo>
                <a:lnTo>
                  <a:pt x="7598647" y="617670"/>
                </a:lnTo>
                <a:cubicBezTo>
                  <a:pt x="7598647" y="623351"/>
                  <a:pt x="7598588" y="629018"/>
                  <a:pt x="7597276" y="634646"/>
                </a:cubicBezTo>
                <a:cubicBezTo>
                  <a:pt x="7597319" y="665981"/>
                  <a:pt x="7594868" y="696872"/>
                  <a:pt x="7589809" y="727122"/>
                </a:cubicBezTo>
                <a:lnTo>
                  <a:pt x="7589271" y="733798"/>
                </a:lnTo>
                <a:cubicBezTo>
                  <a:pt x="7589101" y="733803"/>
                  <a:pt x="7588933" y="733808"/>
                  <a:pt x="7588765" y="733861"/>
                </a:cubicBezTo>
                <a:cubicBezTo>
                  <a:pt x="7538490" y="1086726"/>
                  <a:pt x="7257451" y="1367503"/>
                  <a:pt x="6898600" y="1426902"/>
                </a:cubicBezTo>
                <a:lnTo>
                  <a:pt x="6898484" y="1428050"/>
                </a:lnTo>
                <a:cubicBezTo>
                  <a:pt x="6893173" y="1429061"/>
                  <a:pt x="6887844" y="1430009"/>
                  <a:pt x="6882267" y="1429590"/>
                </a:cubicBezTo>
                <a:cubicBezTo>
                  <a:pt x="6851095" y="1435144"/>
                  <a:pt x="6819215" y="1438125"/>
                  <a:pt x="6786841" y="1438652"/>
                </a:cubicBezTo>
                <a:lnTo>
                  <a:pt x="6769722" y="1440278"/>
                </a:lnTo>
                <a:lnTo>
                  <a:pt x="6769696" y="1439783"/>
                </a:lnTo>
                <a:lnTo>
                  <a:pt x="6769197" y="1439816"/>
                </a:lnTo>
                <a:cubicBezTo>
                  <a:pt x="6768631" y="1436014"/>
                  <a:pt x="6768604" y="1432198"/>
                  <a:pt x="6768604" y="1428376"/>
                </a:cubicBezTo>
                <a:cubicBezTo>
                  <a:pt x="6768604" y="1422694"/>
                  <a:pt x="6768663" y="1417025"/>
                  <a:pt x="6769975" y="1411395"/>
                </a:cubicBezTo>
                <a:cubicBezTo>
                  <a:pt x="6769933" y="1380067"/>
                  <a:pt x="6772382" y="1349182"/>
                  <a:pt x="6777439" y="1318938"/>
                </a:cubicBezTo>
                <a:lnTo>
                  <a:pt x="6777979" y="1312248"/>
                </a:lnTo>
                <a:cubicBezTo>
                  <a:pt x="6778148" y="1312243"/>
                  <a:pt x="6778317" y="1312238"/>
                  <a:pt x="6778485" y="1312185"/>
                </a:cubicBezTo>
                <a:cubicBezTo>
                  <a:pt x="6828761" y="959319"/>
                  <a:pt x="7109800" y="678542"/>
                  <a:pt x="7468650" y="619144"/>
                </a:cubicBezTo>
                <a:lnTo>
                  <a:pt x="7468767" y="617996"/>
                </a:lnTo>
                <a:cubicBezTo>
                  <a:pt x="7474076" y="616986"/>
                  <a:pt x="7479404" y="616038"/>
                  <a:pt x="7484980" y="616457"/>
                </a:cubicBezTo>
                <a:cubicBezTo>
                  <a:pt x="7516163" y="610900"/>
                  <a:pt x="7548056" y="607919"/>
                  <a:pt x="7580442" y="607392"/>
                </a:cubicBezTo>
                <a:close/>
                <a:moveTo>
                  <a:pt x="5928129" y="605769"/>
                </a:moveTo>
                <a:lnTo>
                  <a:pt x="5945217" y="607392"/>
                </a:lnTo>
                <a:cubicBezTo>
                  <a:pt x="5977602" y="607919"/>
                  <a:pt x="6009495" y="610900"/>
                  <a:pt x="6040678" y="616457"/>
                </a:cubicBezTo>
                <a:cubicBezTo>
                  <a:pt x="6046254" y="616038"/>
                  <a:pt x="6051582" y="616986"/>
                  <a:pt x="6056891" y="617996"/>
                </a:cubicBezTo>
                <a:lnTo>
                  <a:pt x="6057008" y="619144"/>
                </a:lnTo>
                <a:cubicBezTo>
                  <a:pt x="6415858" y="678542"/>
                  <a:pt x="6696897" y="959319"/>
                  <a:pt x="6747174" y="1312185"/>
                </a:cubicBezTo>
                <a:cubicBezTo>
                  <a:pt x="6747341" y="1312238"/>
                  <a:pt x="6747511" y="1312243"/>
                  <a:pt x="6747679" y="1312248"/>
                </a:cubicBezTo>
                <a:lnTo>
                  <a:pt x="6748220" y="1318938"/>
                </a:lnTo>
                <a:cubicBezTo>
                  <a:pt x="6753276" y="1349182"/>
                  <a:pt x="6755726" y="1380067"/>
                  <a:pt x="6755684" y="1411395"/>
                </a:cubicBezTo>
                <a:cubicBezTo>
                  <a:pt x="6756996" y="1417025"/>
                  <a:pt x="6757054" y="1422694"/>
                  <a:pt x="6757054" y="1428376"/>
                </a:cubicBezTo>
                <a:cubicBezTo>
                  <a:pt x="6757054" y="1432198"/>
                  <a:pt x="6757027" y="1436014"/>
                  <a:pt x="6756461" y="1439816"/>
                </a:cubicBezTo>
                <a:lnTo>
                  <a:pt x="6755962" y="1439783"/>
                </a:lnTo>
                <a:lnTo>
                  <a:pt x="6755936" y="1440278"/>
                </a:lnTo>
                <a:lnTo>
                  <a:pt x="6738818" y="1438652"/>
                </a:lnTo>
                <a:cubicBezTo>
                  <a:pt x="6706444" y="1438125"/>
                  <a:pt x="6674563" y="1435144"/>
                  <a:pt x="6643391" y="1429590"/>
                </a:cubicBezTo>
                <a:cubicBezTo>
                  <a:pt x="6637814" y="1430009"/>
                  <a:pt x="6632485" y="1429061"/>
                  <a:pt x="6627175" y="1428050"/>
                </a:cubicBezTo>
                <a:lnTo>
                  <a:pt x="6627059" y="1426902"/>
                </a:lnTo>
                <a:cubicBezTo>
                  <a:pt x="6268207" y="1367503"/>
                  <a:pt x="5987168" y="1086726"/>
                  <a:pt x="5936893" y="733861"/>
                </a:cubicBezTo>
                <a:cubicBezTo>
                  <a:pt x="5936725" y="733808"/>
                  <a:pt x="5936557" y="733803"/>
                  <a:pt x="5936387" y="733798"/>
                </a:cubicBezTo>
                <a:lnTo>
                  <a:pt x="5935849" y="727122"/>
                </a:lnTo>
                <a:cubicBezTo>
                  <a:pt x="5930790" y="696872"/>
                  <a:pt x="5928340" y="665981"/>
                  <a:pt x="5928382" y="634646"/>
                </a:cubicBezTo>
                <a:cubicBezTo>
                  <a:pt x="5927070" y="629018"/>
                  <a:pt x="5927011" y="623351"/>
                  <a:pt x="5927011" y="617670"/>
                </a:cubicBezTo>
                <a:lnTo>
                  <a:pt x="5927605" y="606230"/>
                </a:lnTo>
                <a:lnTo>
                  <a:pt x="5928103" y="606263"/>
                </a:lnTo>
                <a:close/>
                <a:moveTo>
                  <a:pt x="5905378" y="605769"/>
                </a:moveTo>
                <a:lnTo>
                  <a:pt x="5905404" y="606263"/>
                </a:lnTo>
                <a:lnTo>
                  <a:pt x="5905902" y="606230"/>
                </a:lnTo>
                <a:lnTo>
                  <a:pt x="5906496" y="617670"/>
                </a:lnTo>
                <a:cubicBezTo>
                  <a:pt x="5906496" y="623351"/>
                  <a:pt x="5906438" y="629018"/>
                  <a:pt x="5905126" y="634646"/>
                </a:cubicBezTo>
                <a:cubicBezTo>
                  <a:pt x="5905168" y="665981"/>
                  <a:pt x="5902717" y="696872"/>
                  <a:pt x="5897659" y="727122"/>
                </a:cubicBezTo>
                <a:lnTo>
                  <a:pt x="5897120" y="733798"/>
                </a:lnTo>
                <a:cubicBezTo>
                  <a:pt x="5896951" y="733803"/>
                  <a:pt x="5896782" y="733808"/>
                  <a:pt x="5896615" y="733861"/>
                </a:cubicBezTo>
                <a:cubicBezTo>
                  <a:pt x="5846339" y="1086726"/>
                  <a:pt x="5565300" y="1367503"/>
                  <a:pt x="5206449" y="1426902"/>
                </a:cubicBezTo>
                <a:lnTo>
                  <a:pt x="5206334" y="1428050"/>
                </a:lnTo>
                <a:cubicBezTo>
                  <a:pt x="5201022" y="1429061"/>
                  <a:pt x="5195693" y="1430009"/>
                  <a:pt x="5190116" y="1429590"/>
                </a:cubicBezTo>
                <a:cubicBezTo>
                  <a:pt x="5158944" y="1435144"/>
                  <a:pt x="5127065" y="1438125"/>
                  <a:pt x="5094690" y="1438652"/>
                </a:cubicBezTo>
                <a:lnTo>
                  <a:pt x="5077571" y="1440278"/>
                </a:lnTo>
                <a:lnTo>
                  <a:pt x="5077545" y="1439783"/>
                </a:lnTo>
                <a:lnTo>
                  <a:pt x="5077046" y="1439816"/>
                </a:lnTo>
                <a:cubicBezTo>
                  <a:pt x="5076480" y="1436014"/>
                  <a:pt x="5076453" y="1432198"/>
                  <a:pt x="5076453" y="1428376"/>
                </a:cubicBezTo>
                <a:cubicBezTo>
                  <a:pt x="5076453" y="1422694"/>
                  <a:pt x="5076512" y="1417025"/>
                  <a:pt x="5077824" y="1411395"/>
                </a:cubicBezTo>
                <a:cubicBezTo>
                  <a:pt x="5077782" y="1380067"/>
                  <a:pt x="5080231" y="1349182"/>
                  <a:pt x="5085288" y="1318938"/>
                </a:cubicBezTo>
                <a:lnTo>
                  <a:pt x="5085828" y="1312248"/>
                </a:lnTo>
                <a:cubicBezTo>
                  <a:pt x="5085997" y="1312243"/>
                  <a:pt x="5086166" y="1312238"/>
                  <a:pt x="5086334" y="1312185"/>
                </a:cubicBezTo>
                <a:cubicBezTo>
                  <a:pt x="5136610" y="959319"/>
                  <a:pt x="5417649" y="678542"/>
                  <a:pt x="5776501" y="619144"/>
                </a:cubicBezTo>
                <a:lnTo>
                  <a:pt x="5776617" y="617996"/>
                </a:lnTo>
                <a:cubicBezTo>
                  <a:pt x="5781926" y="616986"/>
                  <a:pt x="5787253" y="616038"/>
                  <a:pt x="5792829" y="616457"/>
                </a:cubicBezTo>
                <a:cubicBezTo>
                  <a:pt x="5824013" y="610900"/>
                  <a:pt x="5855905" y="607919"/>
                  <a:pt x="5888291" y="607392"/>
                </a:cubicBezTo>
                <a:close/>
                <a:moveTo>
                  <a:pt x="4235979" y="605769"/>
                </a:moveTo>
                <a:lnTo>
                  <a:pt x="4253065" y="607392"/>
                </a:lnTo>
                <a:cubicBezTo>
                  <a:pt x="4285451" y="607919"/>
                  <a:pt x="4317343" y="610900"/>
                  <a:pt x="4348528" y="616457"/>
                </a:cubicBezTo>
                <a:cubicBezTo>
                  <a:pt x="4354104" y="616038"/>
                  <a:pt x="4359431" y="616986"/>
                  <a:pt x="4364739" y="617996"/>
                </a:cubicBezTo>
                <a:lnTo>
                  <a:pt x="4364856" y="619144"/>
                </a:lnTo>
                <a:cubicBezTo>
                  <a:pt x="4723707" y="678542"/>
                  <a:pt x="5004746" y="959319"/>
                  <a:pt x="5055022" y="1312185"/>
                </a:cubicBezTo>
                <a:cubicBezTo>
                  <a:pt x="5055190" y="1312238"/>
                  <a:pt x="5055359" y="1312243"/>
                  <a:pt x="5055528" y="1312248"/>
                </a:cubicBezTo>
                <a:lnTo>
                  <a:pt x="5056068" y="1318938"/>
                </a:lnTo>
                <a:cubicBezTo>
                  <a:pt x="5061125" y="1349182"/>
                  <a:pt x="5063574" y="1380067"/>
                  <a:pt x="5063532" y="1411395"/>
                </a:cubicBezTo>
                <a:cubicBezTo>
                  <a:pt x="5064844" y="1417025"/>
                  <a:pt x="5064903" y="1422694"/>
                  <a:pt x="5064903" y="1428376"/>
                </a:cubicBezTo>
                <a:cubicBezTo>
                  <a:pt x="5064903" y="1432198"/>
                  <a:pt x="5064876" y="1436014"/>
                  <a:pt x="5064310" y="1439816"/>
                </a:cubicBezTo>
                <a:lnTo>
                  <a:pt x="5063811" y="1439783"/>
                </a:lnTo>
                <a:lnTo>
                  <a:pt x="5063785" y="1440278"/>
                </a:lnTo>
                <a:lnTo>
                  <a:pt x="5046666" y="1438652"/>
                </a:lnTo>
                <a:cubicBezTo>
                  <a:pt x="5014292" y="1438125"/>
                  <a:pt x="4982412" y="1435144"/>
                  <a:pt x="4951241" y="1429590"/>
                </a:cubicBezTo>
                <a:cubicBezTo>
                  <a:pt x="4945663" y="1430009"/>
                  <a:pt x="4940334" y="1429061"/>
                  <a:pt x="4935023" y="1428050"/>
                </a:cubicBezTo>
                <a:lnTo>
                  <a:pt x="4934907" y="1426902"/>
                </a:lnTo>
                <a:cubicBezTo>
                  <a:pt x="4576056" y="1367503"/>
                  <a:pt x="4295017" y="1086726"/>
                  <a:pt x="4244741" y="733861"/>
                </a:cubicBezTo>
                <a:cubicBezTo>
                  <a:pt x="4244574" y="733808"/>
                  <a:pt x="4244405" y="733803"/>
                  <a:pt x="4244236" y="733798"/>
                </a:cubicBezTo>
                <a:lnTo>
                  <a:pt x="4243697" y="727122"/>
                </a:lnTo>
                <a:cubicBezTo>
                  <a:pt x="4238639" y="696872"/>
                  <a:pt x="4236188" y="665981"/>
                  <a:pt x="4236230" y="634646"/>
                </a:cubicBezTo>
                <a:cubicBezTo>
                  <a:pt x="4234918" y="629018"/>
                  <a:pt x="4234860" y="623351"/>
                  <a:pt x="4234860" y="617670"/>
                </a:cubicBezTo>
                <a:lnTo>
                  <a:pt x="4235454" y="606230"/>
                </a:lnTo>
                <a:lnTo>
                  <a:pt x="4235952" y="606263"/>
                </a:lnTo>
                <a:close/>
                <a:moveTo>
                  <a:pt x="4213227" y="605769"/>
                </a:moveTo>
                <a:lnTo>
                  <a:pt x="4213253" y="606263"/>
                </a:lnTo>
                <a:lnTo>
                  <a:pt x="4213751" y="606230"/>
                </a:lnTo>
                <a:lnTo>
                  <a:pt x="4214345" y="617670"/>
                </a:lnTo>
                <a:cubicBezTo>
                  <a:pt x="4214345" y="623351"/>
                  <a:pt x="4214286" y="629018"/>
                  <a:pt x="4212974" y="634646"/>
                </a:cubicBezTo>
                <a:cubicBezTo>
                  <a:pt x="4213016" y="665981"/>
                  <a:pt x="4210566" y="696872"/>
                  <a:pt x="4205507" y="727122"/>
                </a:cubicBezTo>
                <a:lnTo>
                  <a:pt x="4204969" y="733798"/>
                </a:lnTo>
                <a:cubicBezTo>
                  <a:pt x="4204799" y="733803"/>
                  <a:pt x="4204631" y="733808"/>
                  <a:pt x="4204463" y="733861"/>
                </a:cubicBezTo>
                <a:cubicBezTo>
                  <a:pt x="4154188" y="1086726"/>
                  <a:pt x="3873149" y="1367503"/>
                  <a:pt x="3514297" y="1426902"/>
                </a:cubicBezTo>
                <a:lnTo>
                  <a:pt x="3514181" y="1428050"/>
                </a:lnTo>
                <a:cubicBezTo>
                  <a:pt x="3508871" y="1429061"/>
                  <a:pt x="3503542" y="1430009"/>
                  <a:pt x="3497965" y="1429590"/>
                </a:cubicBezTo>
                <a:cubicBezTo>
                  <a:pt x="3466793" y="1435144"/>
                  <a:pt x="3434912" y="1438125"/>
                  <a:pt x="3402538" y="1438652"/>
                </a:cubicBezTo>
                <a:lnTo>
                  <a:pt x="3385420" y="1440278"/>
                </a:lnTo>
                <a:lnTo>
                  <a:pt x="3385394" y="1439783"/>
                </a:lnTo>
                <a:lnTo>
                  <a:pt x="3384895" y="1439816"/>
                </a:lnTo>
                <a:cubicBezTo>
                  <a:pt x="3384329" y="1436014"/>
                  <a:pt x="3384302" y="1432198"/>
                  <a:pt x="3384302" y="1428376"/>
                </a:cubicBezTo>
                <a:cubicBezTo>
                  <a:pt x="3384302" y="1422694"/>
                  <a:pt x="3384360" y="1417025"/>
                  <a:pt x="3385672" y="1411395"/>
                </a:cubicBezTo>
                <a:cubicBezTo>
                  <a:pt x="3385630" y="1380067"/>
                  <a:pt x="3388080" y="1349182"/>
                  <a:pt x="3393136" y="1318938"/>
                </a:cubicBezTo>
                <a:lnTo>
                  <a:pt x="3393677" y="1312248"/>
                </a:lnTo>
                <a:cubicBezTo>
                  <a:pt x="3393845" y="1312243"/>
                  <a:pt x="3394015" y="1312238"/>
                  <a:pt x="3394182" y="1312185"/>
                </a:cubicBezTo>
                <a:cubicBezTo>
                  <a:pt x="3444459" y="959319"/>
                  <a:pt x="3725498" y="678542"/>
                  <a:pt x="4084348" y="619144"/>
                </a:cubicBezTo>
                <a:lnTo>
                  <a:pt x="4084465" y="617996"/>
                </a:lnTo>
                <a:cubicBezTo>
                  <a:pt x="4089774" y="616986"/>
                  <a:pt x="4095102" y="616038"/>
                  <a:pt x="4100678" y="616457"/>
                </a:cubicBezTo>
                <a:cubicBezTo>
                  <a:pt x="4131861" y="610900"/>
                  <a:pt x="4163754" y="607919"/>
                  <a:pt x="4196139" y="607392"/>
                </a:cubicBezTo>
                <a:close/>
                <a:moveTo>
                  <a:pt x="2543827" y="605769"/>
                </a:moveTo>
                <a:lnTo>
                  <a:pt x="2560914" y="607392"/>
                </a:lnTo>
                <a:cubicBezTo>
                  <a:pt x="2593300" y="607919"/>
                  <a:pt x="2625192" y="610900"/>
                  <a:pt x="2656376" y="616457"/>
                </a:cubicBezTo>
                <a:cubicBezTo>
                  <a:pt x="2661952" y="616038"/>
                  <a:pt x="2667280" y="616986"/>
                  <a:pt x="2672588" y="617996"/>
                </a:cubicBezTo>
                <a:lnTo>
                  <a:pt x="2672706" y="619144"/>
                </a:lnTo>
                <a:cubicBezTo>
                  <a:pt x="3031556" y="678542"/>
                  <a:pt x="3312595" y="959319"/>
                  <a:pt x="3362871" y="1312185"/>
                </a:cubicBezTo>
                <a:cubicBezTo>
                  <a:pt x="3363039" y="1312238"/>
                  <a:pt x="3363208" y="1312243"/>
                  <a:pt x="3363377" y="1312248"/>
                </a:cubicBezTo>
                <a:lnTo>
                  <a:pt x="3363917" y="1318938"/>
                </a:lnTo>
                <a:cubicBezTo>
                  <a:pt x="3368974" y="1349182"/>
                  <a:pt x="3371423" y="1380067"/>
                  <a:pt x="3371381" y="1411395"/>
                </a:cubicBezTo>
                <a:cubicBezTo>
                  <a:pt x="3372693" y="1417025"/>
                  <a:pt x="3372752" y="1422694"/>
                  <a:pt x="3372752" y="1428376"/>
                </a:cubicBezTo>
                <a:cubicBezTo>
                  <a:pt x="3372752" y="1432198"/>
                  <a:pt x="3372725" y="1436014"/>
                  <a:pt x="3372159" y="1439816"/>
                </a:cubicBezTo>
                <a:lnTo>
                  <a:pt x="3371660" y="1439783"/>
                </a:lnTo>
                <a:lnTo>
                  <a:pt x="3371634" y="1440278"/>
                </a:lnTo>
                <a:lnTo>
                  <a:pt x="3354515" y="1438652"/>
                </a:lnTo>
                <a:cubicBezTo>
                  <a:pt x="3322141" y="1438125"/>
                  <a:pt x="3290261" y="1435144"/>
                  <a:pt x="3259089" y="1429590"/>
                </a:cubicBezTo>
                <a:cubicBezTo>
                  <a:pt x="3253512" y="1430009"/>
                  <a:pt x="3248183" y="1429061"/>
                  <a:pt x="3242872" y="1428050"/>
                </a:cubicBezTo>
                <a:lnTo>
                  <a:pt x="3242756" y="1426902"/>
                </a:lnTo>
                <a:cubicBezTo>
                  <a:pt x="2883905" y="1367503"/>
                  <a:pt x="2602866" y="1086726"/>
                  <a:pt x="2552590" y="733861"/>
                </a:cubicBezTo>
                <a:cubicBezTo>
                  <a:pt x="2552423" y="733808"/>
                  <a:pt x="2552254" y="733803"/>
                  <a:pt x="2552085" y="733798"/>
                </a:cubicBezTo>
                <a:lnTo>
                  <a:pt x="2551547" y="727122"/>
                </a:lnTo>
                <a:cubicBezTo>
                  <a:pt x="2546488" y="696872"/>
                  <a:pt x="2544037" y="665981"/>
                  <a:pt x="2544079" y="634646"/>
                </a:cubicBezTo>
                <a:cubicBezTo>
                  <a:pt x="2542767" y="629018"/>
                  <a:pt x="2542709" y="623351"/>
                  <a:pt x="2542709" y="617670"/>
                </a:cubicBezTo>
                <a:lnTo>
                  <a:pt x="2543303" y="606230"/>
                </a:lnTo>
                <a:lnTo>
                  <a:pt x="2543801" y="606263"/>
                </a:lnTo>
                <a:close/>
                <a:moveTo>
                  <a:pt x="2521076" y="605769"/>
                </a:moveTo>
                <a:lnTo>
                  <a:pt x="2521102" y="606263"/>
                </a:lnTo>
                <a:lnTo>
                  <a:pt x="2521600" y="606230"/>
                </a:lnTo>
                <a:lnTo>
                  <a:pt x="2522194" y="617670"/>
                </a:lnTo>
                <a:cubicBezTo>
                  <a:pt x="2522194" y="623351"/>
                  <a:pt x="2522135" y="629018"/>
                  <a:pt x="2520823" y="634646"/>
                </a:cubicBezTo>
                <a:cubicBezTo>
                  <a:pt x="2520865" y="665981"/>
                  <a:pt x="2518415" y="696872"/>
                  <a:pt x="2513356" y="727122"/>
                </a:cubicBezTo>
                <a:lnTo>
                  <a:pt x="2512818" y="733798"/>
                </a:lnTo>
                <a:cubicBezTo>
                  <a:pt x="2512648" y="733803"/>
                  <a:pt x="2512480" y="733808"/>
                  <a:pt x="2512312" y="733861"/>
                </a:cubicBezTo>
                <a:cubicBezTo>
                  <a:pt x="2462037" y="1086726"/>
                  <a:pt x="2180998" y="1367503"/>
                  <a:pt x="1822147" y="1426902"/>
                </a:cubicBezTo>
                <a:lnTo>
                  <a:pt x="1822030" y="1428050"/>
                </a:lnTo>
                <a:cubicBezTo>
                  <a:pt x="1816720" y="1429061"/>
                  <a:pt x="1811391" y="1430009"/>
                  <a:pt x="1805814" y="1429590"/>
                </a:cubicBezTo>
                <a:cubicBezTo>
                  <a:pt x="1774642" y="1435144"/>
                  <a:pt x="1742762" y="1438125"/>
                  <a:pt x="1710387" y="1438652"/>
                </a:cubicBezTo>
                <a:lnTo>
                  <a:pt x="1693269" y="1440278"/>
                </a:lnTo>
                <a:lnTo>
                  <a:pt x="1693243" y="1439783"/>
                </a:lnTo>
                <a:lnTo>
                  <a:pt x="1692744" y="1439816"/>
                </a:lnTo>
                <a:cubicBezTo>
                  <a:pt x="1692178" y="1436014"/>
                  <a:pt x="1692151" y="1432198"/>
                  <a:pt x="1692151" y="1428376"/>
                </a:cubicBezTo>
                <a:cubicBezTo>
                  <a:pt x="1692151" y="1422694"/>
                  <a:pt x="1692209" y="1417025"/>
                  <a:pt x="1693521" y="1411395"/>
                </a:cubicBezTo>
                <a:cubicBezTo>
                  <a:pt x="1693479" y="1380067"/>
                  <a:pt x="1695929" y="1349182"/>
                  <a:pt x="1700985" y="1318938"/>
                </a:cubicBezTo>
                <a:lnTo>
                  <a:pt x="1701526" y="1312248"/>
                </a:lnTo>
                <a:cubicBezTo>
                  <a:pt x="1701694" y="1312243"/>
                  <a:pt x="1701864" y="1312238"/>
                  <a:pt x="1702031" y="1312185"/>
                </a:cubicBezTo>
                <a:cubicBezTo>
                  <a:pt x="1752308" y="959319"/>
                  <a:pt x="2033347" y="678542"/>
                  <a:pt x="2392197" y="619144"/>
                </a:cubicBezTo>
                <a:lnTo>
                  <a:pt x="2392314" y="617996"/>
                </a:lnTo>
                <a:cubicBezTo>
                  <a:pt x="2397623" y="616986"/>
                  <a:pt x="2402951" y="616038"/>
                  <a:pt x="2408527" y="616457"/>
                </a:cubicBezTo>
                <a:cubicBezTo>
                  <a:pt x="2439710" y="610900"/>
                  <a:pt x="2471603" y="607919"/>
                  <a:pt x="2503988" y="607392"/>
                </a:cubicBezTo>
                <a:close/>
                <a:moveTo>
                  <a:pt x="851676" y="605769"/>
                </a:moveTo>
                <a:lnTo>
                  <a:pt x="868763" y="607392"/>
                </a:lnTo>
                <a:cubicBezTo>
                  <a:pt x="901149" y="607919"/>
                  <a:pt x="933041" y="610900"/>
                  <a:pt x="964225" y="616457"/>
                </a:cubicBezTo>
                <a:cubicBezTo>
                  <a:pt x="969801" y="616038"/>
                  <a:pt x="975129" y="616986"/>
                  <a:pt x="980437" y="617996"/>
                </a:cubicBezTo>
                <a:lnTo>
                  <a:pt x="980555" y="619144"/>
                </a:lnTo>
                <a:cubicBezTo>
                  <a:pt x="1339405" y="678542"/>
                  <a:pt x="1620444" y="959319"/>
                  <a:pt x="1670720" y="1312185"/>
                </a:cubicBezTo>
                <a:cubicBezTo>
                  <a:pt x="1670888" y="1312238"/>
                  <a:pt x="1671057" y="1312243"/>
                  <a:pt x="1671226" y="1312248"/>
                </a:cubicBezTo>
                <a:lnTo>
                  <a:pt x="1671766" y="1318938"/>
                </a:lnTo>
                <a:cubicBezTo>
                  <a:pt x="1676823" y="1349182"/>
                  <a:pt x="1679272" y="1380067"/>
                  <a:pt x="1679230" y="1411395"/>
                </a:cubicBezTo>
                <a:cubicBezTo>
                  <a:pt x="1680542" y="1417025"/>
                  <a:pt x="1680601" y="1422694"/>
                  <a:pt x="1680601" y="1428376"/>
                </a:cubicBezTo>
                <a:cubicBezTo>
                  <a:pt x="1680601" y="1432198"/>
                  <a:pt x="1680574" y="1436014"/>
                  <a:pt x="1680008" y="1439816"/>
                </a:cubicBezTo>
                <a:lnTo>
                  <a:pt x="1679509" y="1439783"/>
                </a:lnTo>
                <a:lnTo>
                  <a:pt x="1679483" y="1440278"/>
                </a:lnTo>
                <a:lnTo>
                  <a:pt x="1662364" y="1438652"/>
                </a:lnTo>
                <a:cubicBezTo>
                  <a:pt x="1629990" y="1438125"/>
                  <a:pt x="1598110" y="1435144"/>
                  <a:pt x="1566938" y="1429590"/>
                </a:cubicBezTo>
                <a:cubicBezTo>
                  <a:pt x="1561361" y="1430009"/>
                  <a:pt x="1556032" y="1429061"/>
                  <a:pt x="1550721" y="1428050"/>
                </a:cubicBezTo>
                <a:lnTo>
                  <a:pt x="1550605" y="1426902"/>
                </a:lnTo>
                <a:cubicBezTo>
                  <a:pt x="1191754" y="1367503"/>
                  <a:pt x="910715" y="1086726"/>
                  <a:pt x="860439" y="733861"/>
                </a:cubicBezTo>
                <a:cubicBezTo>
                  <a:pt x="860272" y="733808"/>
                  <a:pt x="860103" y="733803"/>
                  <a:pt x="859934" y="733798"/>
                </a:cubicBezTo>
                <a:lnTo>
                  <a:pt x="859396" y="727122"/>
                </a:lnTo>
                <a:cubicBezTo>
                  <a:pt x="854337" y="696872"/>
                  <a:pt x="851886" y="665981"/>
                  <a:pt x="851928" y="634646"/>
                </a:cubicBezTo>
                <a:cubicBezTo>
                  <a:pt x="850616" y="629018"/>
                  <a:pt x="850558" y="623351"/>
                  <a:pt x="850558" y="617670"/>
                </a:cubicBezTo>
                <a:lnTo>
                  <a:pt x="851152" y="606230"/>
                </a:lnTo>
                <a:lnTo>
                  <a:pt x="851650" y="606263"/>
                </a:lnTo>
                <a:close/>
                <a:moveTo>
                  <a:pt x="828925" y="605769"/>
                </a:moveTo>
                <a:lnTo>
                  <a:pt x="828951" y="606263"/>
                </a:lnTo>
                <a:lnTo>
                  <a:pt x="829449" y="606230"/>
                </a:lnTo>
                <a:lnTo>
                  <a:pt x="830043" y="617670"/>
                </a:lnTo>
                <a:cubicBezTo>
                  <a:pt x="830043" y="623351"/>
                  <a:pt x="829984" y="629018"/>
                  <a:pt x="828672" y="634646"/>
                </a:cubicBezTo>
                <a:cubicBezTo>
                  <a:pt x="828714" y="665981"/>
                  <a:pt x="826264" y="696872"/>
                  <a:pt x="821205" y="727122"/>
                </a:cubicBezTo>
                <a:lnTo>
                  <a:pt x="820667" y="733798"/>
                </a:lnTo>
                <a:cubicBezTo>
                  <a:pt x="820497" y="733803"/>
                  <a:pt x="820329" y="733808"/>
                  <a:pt x="820161" y="733861"/>
                </a:cubicBezTo>
                <a:cubicBezTo>
                  <a:pt x="769886" y="1086726"/>
                  <a:pt x="488847" y="1367503"/>
                  <a:pt x="129995" y="1426902"/>
                </a:cubicBezTo>
                <a:lnTo>
                  <a:pt x="129879" y="1428050"/>
                </a:lnTo>
                <a:cubicBezTo>
                  <a:pt x="124569" y="1429061"/>
                  <a:pt x="119240" y="1430009"/>
                  <a:pt x="113663" y="1429590"/>
                </a:cubicBezTo>
                <a:cubicBezTo>
                  <a:pt x="82491" y="1435144"/>
                  <a:pt x="50611" y="1438125"/>
                  <a:pt x="18236" y="1438652"/>
                </a:cubicBezTo>
                <a:lnTo>
                  <a:pt x="1118" y="1440278"/>
                </a:lnTo>
                <a:lnTo>
                  <a:pt x="1092" y="1439783"/>
                </a:lnTo>
                <a:lnTo>
                  <a:pt x="593" y="1439816"/>
                </a:lnTo>
                <a:cubicBezTo>
                  <a:pt x="27" y="1436014"/>
                  <a:pt x="0" y="1432198"/>
                  <a:pt x="0" y="1428376"/>
                </a:cubicBezTo>
                <a:cubicBezTo>
                  <a:pt x="0" y="1422694"/>
                  <a:pt x="58" y="1417025"/>
                  <a:pt x="1370" y="1411395"/>
                </a:cubicBezTo>
                <a:cubicBezTo>
                  <a:pt x="1328" y="1380067"/>
                  <a:pt x="3778" y="1349182"/>
                  <a:pt x="8835" y="1318938"/>
                </a:cubicBezTo>
                <a:lnTo>
                  <a:pt x="9375" y="1312248"/>
                </a:lnTo>
                <a:cubicBezTo>
                  <a:pt x="9543" y="1312243"/>
                  <a:pt x="9713" y="1312238"/>
                  <a:pt x="9880" y="1312185"/>
                </a:cubicBezTo>
                <a:cubicBezTo>
                  <a:pt x="60157" y="959319"/>
                  <a:pt x="341196" y="678542"/>
                  <a:pt x="700046" y="619144"/>
                </a:cubicBezTo>
                <a:lnTo>
                  <a:pt x="700163" y="617996"/>
                </a:lnTo>
                <a:cubicBezTo>
                  <a:pt x="705472" y="616986"/>
                  <a:pt x="710800" y="616038"/>
                  <a:pt x="716376" y="616457"/>
                </a:cubicBezTo>
                <a:cubicBezTo>
                  <a:pt x="747559" y="610900"/>
                  <a:pt x="779452" y="607919"/>
                  <a:pt x="811837" y="607392"/>
                </a:cubicBezTo>
                <a:close/>
                <a:moveTo>
                  <a:pt x="8824701" y="0"/>
                </a:moveTo>
                <a:lnTo>
                  <a:pt x="9033411" y="0"/>
                </a:lnTo>
                <a:cubicBezTo>
                  <a:pt x="9066347" y="30426"/>
                  <a:pt x="9096640" y="63469"/>
                  <a:pt x="9123965" y="98781"/>
                </a:cubicBezTo>
                <a:lnTo>
                  <a:pt x="9139239" y="122382"/>
                </a:lnTo>
                <a:lnTo>
                  <a:pt x="9139239" y="425734"/>
                </a:lnTo>
                <a:lnTo>
                  <a:pt x="9104305" y="314451"/>
                </a:lnTo>
                <a:cubicBezTo>
                  <a:pt x="9046997" y="183490"/>
                  <a:pt x="8948803" y="73504"/>
                  <a:pt x="8824701" y="0"/>
                </a:cubicBezTo>
                <a:close/>
                <a:moveTo>
                  <a:pt x="8494877" y="0"/>
                </a:moveTo>
                <a:lnTo>
                  <a:pt x="8628893" y="0"/>
                </a:lnTo>
                <a:cubicBezTo>
                  <a:pt x="8697052" y="198004"/>
                  <a:pt x="8856086" y="355591"/>
                  <a:pt x="9058275" y="426756"/>
                </a:cubicBezTo>
                <a:lnTo>
                  <a:pt x="9139239" y="449526"/>
                </a:lnTo>
                <a:lnTo>
                  <a:pt x="9139239" y="577136"/>
                </a:lnTo>
                <a:lnTo>
                  <a:pt x="9043252" y="554355"/>
                </a:lnTo>
                <a:cubicBezTo>
                  <a:pt x="8776836" y="470904"/>
                  <a:pt x="8569058" y="262348"/>
                  <a:pt x="8494877" y="0"/>
                </a:cubicBezTo>
                <a:close/>
                <a:moveTo>
                  <a:pt x="7876547" y="0"/>
                </a:moveTo>
                <a:lnTo>
                  <a:pt x="8085257" y="0"/>
                </a:lnTo>
                <a:cubicBezTo>
                  <a:pt x="7919787" y="98005"/>
                  <a:pt x="7800378" y="260867"/>
                  <a:pt x="7762527" y="451830"/>
                </a:cubicBezTo>
                <a:cubicBezTo>
                  <a:pt x="8006579" y="399791"/>
                  <a:pt x="8203169" y="226290"/>
                  <a:pt x="8281065" y="0"/>
                </a:cubicBezTo>
                <a:lnTo>
                  <a:pt x="8415081" y="0"/>
                </a:lnTo>
                <a:cubicBezTo>
                  <a:pt x="8330303" y="299826"/>
                  <a:pt x="8071031" y="529393"/>
                  <a:pt x="7749156" y="582253"/>
                </a:cubicBezTo>
                <a:lnTo>
                  <a:pt x="7749040" y="583392"/>
                </a:lnTo>
                <a:cubicBezTo>
                  <a:pt x="7743729" y="584395"/>
                  <a:pt x="7738400" y="585336"/>
                  <a:pt x="7732823" y="584920"/>
                </a:cubicBezTo>
                <a:cubicBezTo>
                  <a:pt x="7701651" y="590430"/>
                  <a:pt x="7669771" y="593388"/>
                  <a:pt x="7637396" y="593911"/>
                </a:cubicBezTo>
                <a:lnTo>
                  <a:pt x="7620278" y="595524"/>
                </a:lnTo>
                <a:lnTo>
                  <a:pt x="7620252" y="595033"/>
                </a:lnTo>
                <a:lnTo>
                  <a:pt x="7619753" y="595066"/>
                </a:lnTo>
                <a:cubicBezTo>
                  <a:pt x="7619187" y="591293"/>
                  <a:pt x="7619160" y="587507"/>
                  <a:pt x="7619160" y="583715"/>
                </a:cubicBezTo>
                <a:cubicBezTo>
                  <a:pt x="7619160" y="578078"/>
                  <a:pt x="7619219" y="572454"/>
                  <a:pt x="7620531" y="566868"/>
                </a:cubicBezTo>
                <a:cubicBezTo>
                  <a:pt x="7620488" y="535786"/>
                  <a:pt x="7622938" y="505143"/>
                  <a:pt x="7627995" y="475137"/>
                </a:cubicBezTo>
                <a:lnTo>
                  <a:pt x="7628535" y="468500"/>
                </a:lnTo>
                <a:cubicBezTo>
                  <a:pt x="7628704" y="468495"/>
                  <a:pt x="7628873" y="468490"/>
                  <a:pt x="7629040" y="468437"/>
                </a:cubicBezTo>
                <a:cubicBezTo>
                  <a:pt x="7655343" y="285283"/>
                  <a:pt x="7744803" y="121704"/>
                  <a:pt x="7876547" y="0"/>
                </a:cubicBezTo>
                <a:close/>
                <a:moveTo>
                  <a:pt x="6802727" y="0"/>
                </a:moveTo>
                <a:lnTo>
                  <a:pt x="6936742" y="0"/>
                </a:lnTo>
                <a:cubicBezTo>
                  <a:pt x="7014638" y="226290"/>
                  <a:pt x="7211228" y="399791"/>
                  <a:pt x="7455280" y="451830"/>
                </a:cubicBezTo>
                <a:cubicBezTo>
                  <a:pt x="7417429" y="260867"/>
                  <a:pt x="7298020" y="98005"/>
                  <a:pt x="7132550" y="0"/>
                </a:cubicBezTo>
                <a:lnTo>
                  <a:pt x="7341259" y="0"/>
                </a:lnTo>
                <a:cubicBezTo>
                  <a:pt x="7473003" y="121704"/>
                  <a:pt x="7562464" y="285283"/>
                  <a:pt x="7588766" y="468437"/>
                </a:cubicBezTo>
                <a:cubicBezTo>
                  <a:pt x="7588934" y="468490"/>
                  <a:pt x="7589103" y="468495"/>
                  <a:pt x="7589272" y="468500"/>
                </a:cubicBezTo>
                <a:lnTo>
                  <a:pt x="7589812" y="475137"/>
                </a:lnTo>
                <a:cubicBezTo>
                  <a:pt x="7594869" y="505143"/>
                  <a:pt x="7597319" y="535786"/>
                  <a:pt x="7597276" y="566868"/>
                </a:cubicBezTo>
                <a:cubicBezTo>
                  <a:pt x="7598588" y="572454"/>
                  <a:pt x="7598647" y="578078"/>
                  <a:pt x="7598647" y="583715"/>
                </a:cubicBezTo>
                <a:cubicBezTo>
                  <a:pt x="7598647" y="587507"/>
                  <a:pt x="7598620" y="591293"/>
                  <a:pt x="7598054" y="595066"/>
                </a:cubicBezTo>
                <a:lnTo>
                  <a:pt x="7597555" y="595033"/>
                </a:lnTo>
                <a:lnTo>
                  <a:pt x="7597529" y="595524"/>
                </a:lnTo>
                <a:lnTo>
                  <a:pt x="7580411" y="593911"/>
                </a:lnTo>
                <a:cubicBezTo>
                  <a:pt x="7548036" y="593388"/>
                  <a:pt x="7516156" y="590430"/>
                  <a:pt x="7484984" y="584920"/>
                </a:cubicBezTo>
                <a:cubicBezTo>
                  <a:pt x="7479407" y="585336"/>
                  <a:pt x="7474078" y="584395"/>
                  <a:pt x="7468767" y="583392"/>
                </a:cubicBezTo>
                <a:lnTo>
                  <a:pt x="7468651" y="582253"/>
                </a:lnTo>
                <a:cubicBezTo>
                  <a:pt x="7146776" y="529393"/>
                  <a:pt x="6887504" y="299826"/>
                  <a:pt x="6802727" y="0"/>
                </a:cubicBezTo>
                <a:close/>
                <a:moveTo>
                  <a:pt x="6184397" y="0"/>
                </a:moveTo>
                <a:lnTo>
                  <a:pt x="6393106" y="0"/>
                </a:lnTo>
                <a:cubicBezTo>
                  <a:pt x="6227636" y="98005"/>
                  <a:pt x="6108227" y="260867"/>
                  <a:pt x="6070376" y="451830"/>
                </a:cubicBezTo>
                <a:cubicBezTo>
                  <a:pt x="6314429" y="399791"/>
                  <a:pt x="6511018" y="226290"/>
                  <a:pt x="6588914" y="0"/>
                </a:cubicBezTo>
                <a:lnTo>
                  <a:pt x="6722931" y="0"/>
                </a:lnTo>
                <a:cubicBezTo>
                  <a:pt x="6638152" y="299826"/>
                  <a:pt x="6378880" y="529393"/>
                  <a:pt x="6057005" y="582253"/>
                </a:cubicBezTo>
                <a:lnTo>
                  <a:pt x="6056889" y="583392"/>
                </a:lnTo>
                <a:cubicBezTo>
                  <a:pt x="6051578" y="584395"/>
                  <a:pt x="6046249" y="585336"/>
                  <a:pt x="6040672" y="584920"/>
                </a:cubicBezTo>
                <a:cubicBezTo>
                  <a:pt x="6009500" y="590430"/>
                  <a:pt x="5977620" y="593388"/>
                  <a:pt x="5945246" y="593911"/>
                </a:cubicBezTo>
                <a:lnTo>
                  <a:pt x="5928127" y="595524"/>
                </a:lnTo>
                <a:lnTo>
                  <a:pt x="5928101" y="595033"/>
                </a:lnTo>
                <a:lnTo>
                  <a:pt x="5927602" y="595066"/>
                </a:lnTo>
                <a:cubicBezTo>
                  <a:pt x="5927036" y="591293"/>
                  <a:pt x="5927009" y="587507"/>
                  <a:pt x="5927009" y="583715"/>
                </a:cubicBezTo>
                <a:cubicBezTo>
                  <a:pt x="5927009" y="578078"/>
                  <a:pt x="5927068" y="572454"/>
                  <a:pt x="5928380" y="566868"/>
                </a:cubicBezTo>
                <a:cubicBezTo>
                  <a:pt x="5928338" y="535786"/>
                  <a:pt x="5930787" y="505143"/>
                  <a:pt x="5935844" y="475137"/>
                </a:cubicBezTo>
                <a:lnTo>
                  <a:pt x="5936384" y="468500"/>
                </a:lnTo>
                <a:cubicBezTo>
                  <a:pt x="5936553" y="468495"/>
                  <a:pt x="5936722" y="468490"/>
                  <a:pt x="5936890" y="468437"/>
                </a:cubicBezTo>
                <a:cubicBezTo>
                  <a:pt x="5963192" y="285283"/>
                  <a:pt x="6052653" y="121703"/>
                  <a:pt x="6184397" y="0"/>
                </a:cubicBezTo>
                <a:close/>
                <a:moveTo>
                  <a:pt x="5110576" y="0"/>
                </a:moveTo>
                <a:lnTo>
                  <a:pt x="5244592" y="0"/>
                </a:lnTo>
                <a:cubicBezTo>
                  <a:pt x="5322488" y="226290"/>
                  <a:pt x="5519077" y="399791"/>
                  <a:pt x="5763129" y="451830"/>
                </a:cubicBezTo>
                <a:cubicBezTo>
                  <a:pt x="5725278" y="260867"/>
                  <a:pt x="5605869" y="98005"/>
                  <a:pt x="5440399" y="0"/>
                </a:cubicBezTo>
                <a:lnTo>
                  <a:pt x="5649109" y="0"/>
                </a:lnTo>
                <a:cubicBezTo>
                  <a:pt x="5780853" y="121704"/>
                  <a:pt x="5870314" y="285283"/>
                  <a:pt x="5896616" y="468437"/>
                </a:cubicBezTo>
                <a:cubicBezTo>
                  <a:pt x="5896783" y="468490"/>
                  <a:pt x="5896953" y="468495"/>
                  <a:pt x="5897121" y="468500"/>
                </a:cubicBezTo>
                <a:lnTo>
                  <a:pt x="5897662" y="475137"/>
                </a:lnTo>
                <a:cubicBezTo>
                  <a:pt x="5902718" y="505143"/>
                  <a:pt x="5905168" y="535786"/>
                  <a:pt x="5905126" y="566868"/>
                </a:cubicBezTo>
                <a:cubicBezTo>
                  <a:pt x="5906438" y="572454"/>
                  <a:pt x="5906496" y="578078"/>
                  <a:pt x="5906496" y="583715"/>
                </a:cubicBezTo>
                <a:cubicBezTo>
                  <a:pt x="5906496" y="587507"/>
                  <a:pt x="5906469" y="591293"/>
                  <a:pt x="5905903" y="595066"/>
                </a:cubicBezTo>
                <a:lnTo>
                  <a:pt x="5905404" y="595033"/>
                </a:lnTo>
                <a:lnTo>
                  <a:pt x="5905378" y="595524"/>
                </a:lnTo>
                <a:lnTo>
                  <a:pt x="5888260" y="593911"/>
                </a:lnTo>
                <a:cubicBezTo>
                  <a:pt x="5855886" y="593388"/>
                  <a:pt x="5824005" y="590430"/>
                  <a:pt x="5792833" y="584920"/>
                </a:cubicBezTo>
                <a:cubicBezTo>
                  <a:pt x="5787256" y="585336"/>
                  <a:pt x="5781927" y="584395"/>
                  <a:pt x="5776617" y="583392"/>
                </a:cubicBezTo>
                <a:lnTo>
                  <a:pt x="5776501" y="582253"/>
                </a:lnTo>
                <a:cubicBezTo>
                  <a:pt x="5454626" y="529393"/>
                  <a:pt x="5195354" y="299826"/>
                  <a:pt x="5110576" y="0"/>
                </a:cubicBezTo>
                <a:close/>
                <a:moveTo>
                  <a:pt x="4492246" y="0"/>
                </a:moveTo>
                <a:lnTo>
                  <a:pt x="4700955" y="0"/>
                </a:lnTo>
                <a:cubicBezTo>
                  <a:pt x="4535485" y="98005"/>
                  <a:pt x="4416076" y="260867"/>
                  <a:pt x="4378225" y="451830"/>
                </a:cubicBezTo>
                <a:cubicBezTo>
                  <a:pt x="4622279" y="399791"/>
                  <a:pt x="4818867" y="226290"/>
                  <a:pt x="4896763" y="0"/>
                </a:cubicBezTo>
                <a:lnTo>
                  <a:pt x="5030779" y="0"/>
                </a:lnTo>
                <a:cubicBezTo>
                  <a:pt x="4946001" y="299826"/>
                  <a:pt x="4686729" y="529393"/>
                  <a:pt x="4364853" y="582253"/>
                </a:cubicBezTo>
                <a:lnTo>
                  <a:pt x="4364737" y="583392"/>
                </a:lnTo>
                <a:cubicBezTo>
                  <a:pt x="4359427" y="584395"/>
                  <a:pt x="4354098" y="585336"/>
                  <a:pt x="4348521" y="584920"/>
                </a:cubicBezTo>
                <a:cubicBezTo>
                  <a:pt x="4317350" y="590430"/>
                  <a:pt x="4285468" y="593388"/>
                  <a:pt x="4253094" y="593911"/>
                </a:cubicBezTo>
                <a:lnTo>
                  <a:pt x="4235976" y="595524"/>
                </a:lnTo>
                <a:lnTo>
                  <a:pt x="4235950" y="595033"/>
                </a:lnTo>
                <a:lnTo>
                  <a:pt x="4235451" y="595066"/>
                </a:lnTo>
                <a:cubicBezTo>
                  <a:pt x="4234885" y="591293"/>
                  <a:pt x="4234858" y="587507"/>
                  <a:pt x="4234858" y="583715"/>
                </a:cubicBezTo>
                <a:cubicBezTo>
                  <a:pt x="4234858" y="578078"/>
                  <a:pt x="4234916" y="572454"/>
                  <a:pt x="4236228" y="566868"/>
                </a:cubicBezTo>
                <a:cubicBezTo>
                  <a:pt x="4236186" y="535786"/>
                  <a:pt x="4238636" y="505143"/>
                  <a:pt x="4243692" y="475137"/>
                </a:cubicBezTo>
                <a:lnTo>
                  <a:pt x="4244233" y="468500"/>
                </a:lnTo>
                <a:cubicBezTo>
                  <a:pt x="4244401" y="468495"/>
                  <a:pt x="4244571" y="468490"/>
                  <a:pt x="4244738" y="468437"/>
                </a:cubicBezTo>
                <a:cubicBezTo>
                  <a:pt x="4271041" y="285283"/>
                  <a:pt x="4360502" y="121704"/>
                  <a:pt x="4492246" y="0"/>
                </a:cubicBezTo>
                <a:close/>
                <a:moveTo>
                  <a:pt x="3418424" y="0"/>
                </a:moveTo>
                <a:lnTo>
                  <a:pt x="3552441" y="0"/>
                </a:lnTo>
                <a:cubicBezTo>
                  <a:pt x="3630337" y="226291"/>
                  <a:pt x="3826926" y="399791"/>
                  <a:pt x="4070978" y="451830"/>
                </a:cubicBezTo>
                <a:cubicBezTo>
                  <a:pt x="4033127" y="260867"/>
                  <a:pt x="3913719" y="98005"/>
                  <a:pt x="3748249" y="0"/>
                </a:cubicBezTo>
                <a:lnTo>
                  <a:pt x="3956957" y="0"/>
                </a:lnTo>
                <a:cubicBezTo>
                  <a:pt x="4088702" y="121703"/>
                  <a:pt x="4178162" y="285283"/>
                  <a:pt x="4204464" y="468437"/>
                </a:cubicBezTo>
                <a:cubicBezTo>
                  <a:pt x="4204632" y="468490"/>
                  <a:pt x="4204801" y="468495"/>
                  <a:pt x="4204970" y="468499"/>
                </a:cubicBezTo>
                <a:lnTo>
                  <a:pt x="4205510" y="475137"/>
                </a:lnTo>
                <a:cubicBezTo>
                  <a:pt x="4210567" y="505143"/>
                  <a:pt x="4213016" y="535786"/>
                  <a:pt x="4212974" y="566868"/>
                </a:cubicBezTo>
                <a:cubicBezTo>
                  <a:pt x="4214286" y="572454"/>
                  <a:pt x="4214345" y="578078"/>
                  <a:pt x="4214345" y="583715"/>
                </a:cubicBezTo>
                <a:cubicBezTo>
                  <a:pt x="4214345" y="587508"/>
                  <a:pt x="4214318" y="591293"/>
                  <a:pt x="4213752" y="595066"/>
                </a:cubicBezTo>
                <a:lnTo>
                  <a:pt x="4213253" y="595033"/>
                </a:lnTo>
                <a:lnTo>
                  <a:pt x="4213227" y="595524"/>
                </a:lnTo>
                <a:lnTo>
                  <a:pt x="4196108" y="593911"/>
                </a:lnTo>
                <a:cubicBezTo>
                  <a:pt x="4163734" y="593388"/>
                  <a:pt x="4131854" y="590430"/>
                  <a:pt x="4100682" y="584920"/>
                </a:cubicBezTo>
                <a:cubicBezTo>
                  <a:pt x="4095105" y="585336"/>
                  <a:pt x="4089776" y="584395"/>
                  <a:pt x="4084465" y="583392"/>
                </a:cubicBezTo>
                <a:lnTo>
                  <a:pt x="4084349" y="582253"/>
                </a:lnTo>
                <a:cubicBezTo>
                  <a:pt x="3762475" y="529393"/>
                  <a:pt x="3503203" y="299826"/>
                  <a:pt x="3418424" y="0"/>
                </a:cubicBezTo>
                <a:close/>
                <a:moveTo>
                  <a:pt x="2800095" y="0"/>
                </a:moveTo>
                <a:lnTo>
                  <a:pt x="3008804" y="0"/>
                </a:lnTo>
                <a:cubicBezTo>
                  <a:pt x="2843334" y="98005"/>
                  <a:pt x="2723925" y="260867"/>
                  <a:pt x="2686074" y="451830"/>
                </a:cubicBezTo>
                <a:cubicBezTo>
                  <a:pt x="2930126" y="399791"/>
                  <a:pt x="3126716" y="226291"/>
                  <a:pt x="3204612" y="0"/>
                </a:cubicBezTo>
                <a:lnTo>
                  <a:pt x="3338628" y="0"/>
                </a:lnTo>
                <a:cubicBezTo>
                  <a:pt x="3253850" y="299826"/>
                  <a:pt x="2994578" y="529393"/>
                  <a:pt x="2672703" y="582253"/>
                </a:cubicBezTo>
                <a:lnTo>
                  <a:pt x="2672586" y="583392"/>
                </a:lnTo>
                <a:cubicBezTo>
                  <a:pt x="2667276" y="584395"/>
                  <a:pt x="2661947" y="585336"/>
                  <a:pt x="2656370" y="584920"/>
                </a:cubicBezTo>
                <a:cubicBezTo>
                  <a:pt x="2625198" y="590430"/>
                  <a:pt x="2593318" y="593388"/>
                  <a:pt x="2560943" y="593911"/>
                </a:cubicBezTo>
                <a:lnTo>
                  <a:pt x="2543825" y="595524"/>
                </a:lnTo>
                <a:lnTo>
                  <a:pt x="2543799" y="595033"/>
                </a:lnTo>
                <a:lnTo>
                  <a:pt x="2543300" y="595066"/>
                </a:lnTo>
                <a:cubicBezTo>
                  <a:pt x="2542734" y="591293"/>
                  <a:pt x="2542707" y="587507"/>
                  <a:pt x="2542707" y="583715"/>
                </a:cubicBezTo>
                <a:cubicBezTo>
                  <a:pt x="2542707" y="578078"/>
                  <a:pt x="2542765" y="572454"/>
                  <a:pt x="2544077" y="566868"/>
                </a:cubicBezTo>
                <a:cubicBezTo>
                  <a:pt x="2544035" y="535786"/>
                  <a:pt x="2546485" y="505143"/>
                  <a:pt x="2551541" y="475137"/>
                </a:cubicBezTo>
                <a:lnTo>
                  <a:pt x="2552082" y="468499"/>
                </a:lnTo>
                <a:cubicBezTo>
                  <a:pt x="2552250" y="468495"/>
                  <a:pt x="2552420" y="468490"/>
                  <a:pt x="2552587" y="468437"/>
                </a:cubicBezTo>
                <a:cubicBezTo>
                  <a:pt x="2578890" y="285283"/>
                  <a:pt x="2668350" y="121703"/>
                  <a:pt x="2800095" y="0"/>
                </a:cubicBezTo>
                <a:close/>
                <a:moveTo>
                  <a:pt x="1726273" y="0"/>
                </a:moveTo>
                <a:lnTo>
                  <a:pt x="1860290" y="0"/>
                </a:lnTo>
                <a:cubicBezTo>
                  <a:pt x="1938186" y="226291"/>
                  <a:pt x="2134775" y="399791"/>
                  <a:pt x="2378827" y="451830"/>
                </a:cubicBezTo>
                <a:cubicBezTo>
                  <a:pt x="2340976" y="260867"/>
                  <a:pt x="2221567" y="98005"/>
                  <a:pt x="2056098" y="0"/>
                </a:cubicBezTo>
                <a:lnTo>
                  <a:pt x="2264806" y="0"/>
                </a:lnTo>
                <a:cubicBezTo>
                  <a:pt x="2396551" y="121703"/>
                  <a:pt x="2486011" y="285283"/>
                  <a:pt x="2512313" y="468437"/>
                </a:cubicBezTo>
                <a:cubicBezTo>
                  <a:pt x="2512481" y="468490"/>
                  <a:pt x="2512650" y="468495"/>
                  <a:pt x="2512819" y="468499"/>
                </a:cubicBezTo>
                <a:lnTo>
                  <a:pt x="2513359" y="475137"/>
                </a:lnTo>
                <a:cubicBezTo>
                  <a:pt x="2518416" y="505143"/>
                  <a:pt x="2520865" y="535786"/>
                  <a:pt x="2520823" y="566868"/>
                </a:cubicBezTo>
                <a:cubicBezTo>
                  <a:pt x="2522135" y="572454"/>
                  <a:pt x="2522194" y="578078"/>
                  <a:pt x="2522194" y="583715"/>
                </a:cubicBezTo>
                <a:cubicBezTo>
                  <a:pt x="2522194" y="587508"/>
                  <a:pt x="2522167" y="591293"/>
                  <a:pt x="2521601" y="595066"/>
                </a:cubicBezTo>
                <a:lnTo>
                  <a:pt x="2521102" y="595033"/>
                </a:lnTo>
                <a:lnTo>
                  <a:pt x="2521076" y="595524"/>
                </a:lnTo>
                <a:lnTo>
                  <a:pt x="2503957" y="593911"/>
                </a:lnTo>
                <a:cubicBezTo>
                  <a:pt x="2471583" y="593388"/>
                  <a:pt x="2439703" y="590430"/>
                  <a:pt x="2408531" y="584920"/>
                </a:cubicBezTo>
                <a:cubicBezTo>
                  <a:pt x="2402954" y="585336"/>
                  <a:pt x="2397625" y="584395"/>
                  <a:pt x="2392314" y="583392"/>
                </a:cubicBezTo>
                <a:lnTo>
                  <a:pt x="2392198" y="582253"/>
                </a:lnTo>
                <a:cubicBezTo>
                  <a:pt x="2070324" y="529393"/>
                  <a:pt x="1811051" y="299826"/>
                  <a:pt x="1726273" y="0"/>
                </a:cubicBezTo>
                <a:close/>
                <a:moveTo>
                  <a:pt x="1107944" y="0"/>
                </a:moveTo>
                <a:lnTo>
                  <a:pt x="1316652" y="0"/>
                </a:lnTo>
                <a:cubicBezTo>
                  <a:pt x="1151183" y="98005"/>
                  <a:pt x="1031774" y="260867"/>
                  <a:pt x="993923" y="451830"/>
                </a:cubicBezTo>
                <a:cubicBezTo>
                  <a:pt x="1237975" y="399791"/>
                  <a:pt x="1434564" y="226291"/>
                  <a:pt x="1512461" y="0"/>
                </a:cubicBezTo>
                <a:lnTo>
                  <a:pt x="1646477" y="0"/>
                </a:lnTo>
                <a:cubicBezTo>
                  <a:pt x="1561699" y="299826"/>
                  <a:pt x="1302427" y="529393"/>
                  <a:pt x="980552" y="582253"/>
                </a:cubicBezTo>
                <a:lnTo>
                  <a:pt x="980435" y="583392"/>
                </a:lnTo>
                <a:cubicBezTo>
                  <a:pt x="975125" y="584395"/>
                  <a:pt x="969796" y="585336"/>
                  <a:pt x="964219" y="584920"/>
                </a:cubicBezTo>
                <a:cubicBezTo>
                  <a:pt x="933047" y="590430"/>
                  <a:pt x="901167" y="593388"/>
                  <a:pt x="868792" y="593911"/>
                </a:cubicBezTo>
                <a:lnTo>
                  <a:pt x="851674" y="595524"/>
                </a:lnTo>
                <a:lnTo>
                  <a:pt x="851648" y="595033"/>
                </a:lnTo>
                <a:lnTo>
                  <a:pt x="851149" y="595066"/>
                </a:lnTo>
                <a:cubicBezTo>
                  <a:pt x="850583" y="591293"/>
                  <a:pt x="850556" y="587507"/>
                  <a:pt x="850556" y="583715"/>
                </a:cubicBezTo>
                <a:cubicBezTo>
                  <a:pt x="850556" y="578078"/>
                  <a:pt x="850614" y="572454"/>
                  <a:pt x="851926" y="566868"/>
                </a:cubicBezTo>
                <a:cubicBezTo>
                  <a:pt x="851884" y="535786"/>
                  <a:pt x="854334" y="505143"/>
                  <a:pt x="859390" y="475137"/>
                </a:cubicBezTo>
                <a:lnTo>
                  <a:pt x="859931" y="468499"/>
                </a:lnTo>
                <a:cubicBezTo>
                  <a:pt x="860099" y="468495"/>
                  <a:pt x="860269" y="468490"/>
                  <a:pt x="860436" y="468437"/>
                </a:cubicBezTo>
                <a:cubicBezTo>
                  <a:pt x="886739" y="285283"/>
                  <a:pt x="976199" y="121704"/>
                  <a:pt x="1107944" y="0"/>
                </a:cubicBezTo>
                <a:close/>
                <a:moveTo>
                  <a:pt x="34122" y="0"/>
                </a:moveTo>
                <a:lnTo>
                  <a:pt x="168138" y="0"/>
                </a:lnTo>
                <a:cubicBezTo>
                  <a:pt x="246034" y="226290"/>
                  <a:pt x="442624" y="399791"/>
                  <a:pt x="686676" y="451830"/>
                </a:cubicBezTo>
                <a:cubicBezTo>
                  <a:pt x="648825" y="260867"/>
                  <a:pt x="529416" y="98005"/>
                  <a:pt x="363946" y="0"/>
                </a:cubicBezTo>
                <a:lnTo>
                  <a:pt x="572655" y="0"/>
                </a:lnTo>
                <a:cubicBezTo>
                  <a:pt x="704400" y="121703"/>
                  <a:pt x="793860" y="285283"/>
                  <a:pt x="820162" y="468437"/>
                </a:cubicBezTo>
                <a:cubicBezTo>
                  <a:pt x="820330" y="468490"/>
                  <a:pt x="820499" y="468495"/>
                  <a:pt x="820668" y="468500"/>
                </a:cubicBezTo>
                <a:lnTo>
                  <a:pt x="821208" y="475137"/>
                </a:lnTo>
                <a:cubicBezTo>
                  <a:pt x="826265" y="505143"/>
                  <a:pt x="828714" y="535786"/>
                  <a:pt x="828672" y="566868"/>
                </a:cubicBezTo>
                <a:cubicBezTo>
                  <a:pt x="829984" y="572454"/>
                  <a:pt x="830043" y="578078"/>
                  <a:pt x="830043" y="583715"/>
                </a:cubicBezTo>
                <a:cubicBezTo>
                  <a:pt x="830043" y="587508"/>
                  <a:pt x="830016" y="591293"/>
                  <a:pt x="829450" y="595066"/>
                </a:cubicBezTo>
                <a:lnTo>
                  <a:pt x="828951" y="595033"/>
                </a:lnTo>
                <a:lnTo>
                  <a:pt x="828925" y="595524"/>
                </a:lnTo>
                <a:lnTo>
                  <a:pt x="811806" y="593911"/>
                </a:lnTo>
                <a:cubicBezTo>
                  <a:pt x="779432" y="593388"/>
                  <a:pt x="747552" y="590430"/>
                  <a:pt x="716380" y="584920"/>
                </a:cubicBezTo>
                <a:cubicBezTo>
                  <a:pt x="710803" y="585336"/>
                  <a:pt x="705474" y="584395"/>
                  <a:pt x="700163" y="583392"/>
                </a:cubicBezTo>
                <a:lnTo>
                  <a:pt x="700047" y="582253"/>
                </a:lnTo>
                <a:cubicBezTo>
                  <a:pt x="378172" y="529393"/>
                  <a:pt x="118900" y="299826"/>
                  <a:pt x="3412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605141" y="21896939"/>
            <a:ext cx="27287399" cy="6458712"/>
          </a:xfrm>
        </p:spPr>
        <p:txBody>
          <a:bodyPr anchor="ctr">
            <a:normAutofit/>
          </a:bodyPr>
          <a:lstStyle>
            <a:lvl1pPr algn="r">
              <a:defRPr sz="19424" spc="883" baseline="0"/>
            </a:lvl1pPr>
          </a:lstStyle>
          <a:p>
            <a:r>
              <a:rPr lang="en-US"/>
              <a:t>Click to edit Master title style</a:t>
            </a:r>
            <a:endParaRPr lang="en-US" dirty="0"/>
          </a:p>
        </p:txBody>
      </p:sp>
      <p:sp>
        <p:nvSpPr>
          <p:cNvPr id="3" name="Subtitle 2"/>
          <p:cNvSpPr>
            <a:spLocks noGrp="1"/>
          </p:cNvSpPr>
          <p:nvPr>
            <p:ph type="subTitle" idx="1"/>
          </p:nvPr>
        </p:nvSpPr>
        <p:spPr>
          <a:xfrm>
            <a:off x="30230158" y="21896939"/>
            <a:ext cx="11235988" cy="6458712"/>
          </a:xfrm>
        </p:spPr>
        <p:txBody>
          <a:bodyPr lIns="91440" rIns="91440" anchor="ctr">
            <a:normAutofit/>
          </a:bodyPr>
          <a:lstStyle>
            <a:lvl1pPr marL="0" indent="0" algn="l">
              <a:lnSpc>
                <a:spcPct val="100000"/>
              </a:lnSpc>
              <a:spcBef>
                <a:spcPts val="0"/>
              </a:spcBef>
              <a:buNone/>
              <a:defRPr sz="7063">
                <a:solidFill>
                  <a:schemeClr val="tx1">
                    <a:lumMod val="95000"/>
                    <a:lumOff val="5000"/>
                  </a:schemeClr>
                </a:solidFill>
              </a:defRPr>
            </a:lvl1pPr>
            <a:lvl2pPr marL="2018355" indent="0" algn="ctr">
              <a:buNone/>
              <a:defRPr sz="7063"/>
            </a:lvl2pPr>
            <a:lvl3pPr marL="4036710" indent="0" algn="ctr">
              <a:buNone/>
              <a:defRPr sz="7063"/>
            </a:lvl3pPr>
            <a:lvl4pPr marL="6055065" indent="0" algn="ctr">
              <a:buNone/>
              <a:defRPr sz="7063"/>
            </a:lvl4pPr>
            <a:lvl5pPr marL="8073420" indent="0" algn="ctr">
              <a:buNone/>
              <a:defRPr sz="7063"/>
            </a:lvl5pPr>
            <a:lvl6pPr marL="10091776" indent="0" algn="ctr">
              <a:buNone/>
              <a:defRPr sz="7063"/>
            </a:lvl6pPr>
            <a:lvl7pPr marL="12110131" indent="0" algn="ctr">
              <a:buNone/>
              <a:defRPr sz="7063"/>
            </a:lvl7pPr>
            <a:lvl8pPr marL="14128486" indent="0" algn="ctr">
              <a:buNone/>
              <a:defRPr sz="7063"/>
            </a:lvl8pPr>
            <a:lvl9pPr marL="16146841" indent="0" algn="ctr">
              <a:buNone/>
              <a:defRPr sz="7063"/>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DC26611-6281-4E11-ACC2-85FA96A0667E}" type="slidenum">
              <a:rPr lang="en-US" smtClean="0"/>
              <a:pPr/>
              <a:t>‹#›</a:t>
            </a:fld>
            <a:endParaRPr lang="en-US"/>
          </a:p>
        </p:txBody>
      </p:sp>
      <p:cxnSp>
        <p:nvCxnSpPr>
          <p:cNvPr id="8" name="Straight Connector 7"/>
          <p:cNvCxnSpPr/>
          <p:nvPr/>
        </p:nvCxnSpPr>
        <p:spPr>
          <a:xfrm flipV="1">
            <a:off x="29444589" y="23238835"/>
            <a:ext cx="0" cy="4036695"/>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67588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C2F9BE-EEBC-49BD-8E1A-7AE886ED32A9}" type="slidenum">
              <a:rPr lang="en-US" smtClean="0"/>
              <a:pPr/>
              <a:t>‹#›</a:t>
            </a:fld>
            <a:endParaRPr lang="en-US"/>
          </a:p>
        </p:txBody>
      </p:sp>
    </p:spTree>
    <p:extLst>
      <p:ext uri="{BB962C8B-B14F-4D97-AF65-F5344CB8AC3E}">
        <p14:creationId xmlns:p14="http://schemas.microsoft.com/office/powerpoint/2010/main" val="11558460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2"/>
            <a:ext cx="42803763" cy="20183480"/>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Freeform 10"/>
          <p:cNvSpPr/>
          <p:nvPr/>
        </p:nvSpPr>
        <p:spPr>
          <a:xfrm>
            <a:off x="22294" y="2"/>
            <a:ext cx="42781476" cy="20183480"/>
          </a:xfrm>
          <a:custGeom>
            <a:avLst/>
            <a:gdLst/>
            <a:ahLst/>
            <a:cxnLst/>
            <a:rect l="l" t="t" r="r" b="b"/>
            <a:pathLst>
              <a:path w="9139239" h="4572001">
                <a:moveTo>
                  <a:pt x="9139239" y="4171458"/>
                </a:moveTo>
                <a:lnTo>
                  <a:pt x="9139239" y="4479120"/>
                </a:lnTo>
                <a:lnTo>
                  <a:pt x="9061857" y="4572001"/>
                </a:lnTo>
                <a:lnTo>
                  <a:pt x="8867616" y="4572001"/>
                </a:lnTo>
                <a:cubicBezTo>
                  <a:pt x="8974940" y="4496648"/>
                  <a:pt x="9059271" y="4392377"/>
                  <a:pt x="9109281" y="4270954"/>
                </a:cubicBezTo>
                <a:close/>
                <a:moveTo>
                  <a:pt x="9139239" y="4017903"/>
                </a:moveTo>
                <a:lnTo>
                  <a:pt x="9139239" y="4146549"/>
                </a:lnTo>
                <a:lnTo>
                  <a:pt x="9061849" y="4168266"/>
                </a:lnTo>
                <a:cubicBezTo>
                  <a:pt x="8867508" y="4236060"/>
                  <a:pt x="8712637" y="4384208"/>
                  <a:pt x="8639677" y="4572001"/>
                </a:cubicBezTo>
                <a:lnTo>
                  <a:pt x="8502130" y="4572001"/>
                </a:lnTo>
                <a:cubicBezTo>
                  <a:pt x="8583823" y="4319597"/>
                  <a:pt x="8787913" y="4120306"/>
                  <a:pt x="9046727" y="4039822"/>
                </a:cubicBezTo>
                <a:close/>
                <a:moveTo>
                  <a:pt x="7620280" y="3999419"/>
                </a:moveTo>
                <a:lnTo>
                  <a:pt x="7637367" y="4001042"/>
                </a:lnTo>
                <a:cubicBezTo>
                  <a:pt x="7669753" y="4001569"/>
                  <a:pt x="7701646" y="4004550"/>
                  <a:pt x="7732829" y="4010107"/>
                </a:cubicBezTo>
                <a:cubicBezTo>
                  <a:pt x="7738405" y="4009688"/>
                  <a:pt x="7743733" y="4010636"/>
                  <a:pt x="7749042" y="4011646"/>
                </a:cubicBezTo>
                <a:lnTo>
                  <a:pt x="7749159" y="4012794"/>
                </a:lnTo>
                <a:cubicBezTo>
                  <a:pt x="8061238" y="4064450"/>
                  <a:pt x="8314467" y="4283539"/>
                  <a:pt x="8407830" y="4572001"/>
                </a:cubicBezTo>
                <a:lnTo>
                  <a:pt x="8270283" y="4572001"/>
                </a:lnTo>
                <a:cubicBezTo>
                  <a:pt x="8186900" y="4357380"/>
                  <a:pt x="7996531" y="4194541"/>
                  <a:pt x="7762529" y="4144250"/>
                </a:cubicBezTo>
                <a:cubicBezTo>
                  <a:pt x="7797023" y="4319651"/>
                  <a:pt x="7899246" y="4471530"/>
                  <a:pt x="8042344" y="4572001"/>
                </a:cubicBezTo>
                <a:lnTo>
                  <a:pt x="7848103" y="4572001"/>
                </a:lnTo>
                <a:cubicBezTo>
                  <a:pt x="7731971" y="4452596"/>
                  <a:pt x="7653409" y="4298519"/>
                  <a:pt x="7629044" y="4127511"/>
                </a:cubicBezTo>
                <a:cubicBezTo>
                  <a:pt x="7628876" y="4127458"/>
                  <a:pt x="7628708" y="4127453"/>
                  <a:pt x="7628538" y="4127448"/>
                </a:cubicBezTo>
                <a:lnTo>
                  <a:pt x="7628000" y="4120772"/>
                </a:lnTo>
                <a:cubicBezTo>
                  <a:pt x="7622941" y="4090522"/>
                  <a:pt x="7620490" y="4059631"/>
                  <a:pt x="7620533" y="4028296"/>
                </a:cubicBezTo>
                <a:cubicBezTo>
                  <a:pt x="7619221" y="4022668"/>
                  <a:pt x="7619162" y="4017001"/>
                  <a:pt x="7619162" y="4011320"/>
                </a:cubicBezTo>
                <a:lnTo>
                  <a:pt x="7619756" y="3999880"/>
                </a:lnTo>
                <a:lnTo>
                  <a:pt x="7620254" y="3999913"/>
                </a:lnTo>
                <a:close/>
                <a:moveTo>
                  <a:pt x="7597529" y="3999419"/>
                </a:moveTo>
                <a:lnTo>
                  <a:pt x="7597555" y="3999913"/>
                </a:lnTo>
                <a:lnTo>
                  <a:pt x="7598053" y="3999880"/>
                </a:lnTo>
                <a:lnTo>
                  <a:pt x="7598647" y="4011320"/>
                </a:lnTo>
                <a:cubicBezTo>
                  <a:pt x="7598647" y="4017001"/>
                  <a:pt x="7598588" y="4022668"/>
                  <a:pt x="7597276" y="4028296"/>
                </a:cubicBezTo>
                <a:cubicBezTo>
                  <a:pt x="7597319" y="4059631"/>
                  <a:pt x="7594868" y="4090522"/>
                  <a:pt x="7589809" y="4120772"/>
                </a:cubicBezTo>
                <a:lnTo>
                  <a:pt x="7589271" y="4127448"/>
                </a:lnTo>
                <a:cubicBezTo>
                  <a:pt x="7589101" y="4127453"/>
                  <a:pt x="7588933" y="4127458"/>
                  <a:pt x="7588765" y="4127511"/>
                </a:cubicBezTo>
                <a:cubicBezTo>
                  <a:pt x="7564400" y="4298519"/>
                  <a:pt x="7485838" y="4452596"/>
                  <a:pt x="7369706" y="4572001"/>
                </a:cubicBezTo>
                <a:lnTo>
                  <a:pt x="7175465" y="4572001"/>
                </a:lnTo>
                <a:cubicBezTo>
                  <a:pt x="7318563" y="4471530"/>
                  <a:pt x="7420786" y="4319651"/>
                  <a:pt x="7455280" y="4144250"/>
                </a:cubicBezTo>
                <a:cubicBezTo>
                  <a:pt x="7221278" y="4194541"/>
                  <a:pt x="7030909" y="4357380"/>
                  <a:pt x="6947526" y="4572001"/>
                </a:cubicBezTo>
                <a:lnTo>
                  <a:pt x="6809978" y="4572001"/>
                </a:lnTo>
                <a:cubicBezTo>
                  <a:pt x="6903341" y="4283539"/>
                  <a:pt x="7156571" y="4064450"/>
                  <a:pt x="7468650" y="4012794"/>
                </a:cubicBezTo>
                <a:lnTo>
                  <a:pt x="7468767" y="4011646"/>
                </a:lnTo>
                <a:cubicBezTo>
                  <a:pt x="7474076" y="4010636"/>
                  <a:pt x="7479404" y="4009688"/>
                  <a:pt x="7484980" y="4010107"/>
                </a:cubicBezTo>
                <a:cubicBezTo>
                  <a:pt x="7516163" y="4004550"/>
                  <a:pt x="7548056" y="4001569"/>
                  <a:pt x="7580442" y="4001042"/>
                </a:cubicBezTo>
                <a:close/>
                <a:moveTo>
                  <a:pt x="5928129" y="3999419"/>
                </a:moveTo>
                <a:lnTo>
                  <a:pt x="5945217" y="4001042"/>
                </a:lnTo>
                <a:cubicBezTo>
                  <a:pt x="5977602" y="4001569"/>
                  <a:pt x="6009495" y="4004550"/>
                  <a:pt x="6040678" y="4010107"/>
                </a:cubicBezTo>
                <a:cubicBezTo>
                  <a:pt x="6046254" y="4009688"/>
                  <a:pt x="6051582" y="4010636"/>
                  <a:pt x="6056891" y="4011646"/>
                </a:cubicBezTo>
                <a:lnTo>
                  <a:pt x="6057008" y="4012794"/>
                </a:lnTo>
                <a:cubicBezTo>
                  <a:pt x="6369087" y="4064450"/>
                  <a:pt x="6622316" y="4283539"/>
                  <a:pt x="6715680" y="4572001"/>
                </a:cubicBezTo>
                <a:lnTo>
                  <a:pt x="6578131" y="4572001"/>
                </a:lnTo>
                <a:cubicBezTo>
                  <a:pt x="6494748" y="4357380"/>
                  <a:pt x="6304380" y="4194541"/>
                  <a:pt x="6070378" y="4144250"/>
                </a:cubicBezTo>
                <a:cubicBezTo>
                  <a:pt x="6104872" y="4319650"/>
                  <a:pt x="6207095" y="4471530"/>
                  <a:pt x="6350192" y="4572001"/>
                </a:cubicBezTo>
                <a:lnTo>
                  <a:pt x="6155952" y="4572001"/>
                </a:lnTo>
                <a:cubicBezTo>
                  <a:pt x="6039820" y="4452596"/>
                  <a:pt x="5961257" y="4298519"/>
                  <a:pt x="5936893" y="4127511"/>
                </a:cubicBezTo>
                <a:cubicBezTo>
                  <a:pt x="5936725" y="4127458"/>
                  <a:pt x="5936557" y="4127453"/>
                  <a:pt x="5936387" y="4127448"/>
                </a:cubicBezTo>
                <a:lnTo>
                  <a:pt x="5935849" y="4120772"/>
                </a:lnTo>
                <a:cubicBezTo>
                  <a:pt x="5930790" y="4090522"/>
                  <a:pt x="5928340" y="4059631"/>
                  <a:pt x="5928382" y="4028296"/>
                </a:cubicBezTo>
                <a:cubicBezTo>
                  <a:pt x="5927070" y="4022668"/>
                  <a:pt x="5927011" y="4017001"/>
                  <a:pt x="5927011" y="4011320"/>
                </a:cubicBezTo>
                <a:lnTo>
                  <a:pt x="5927605" y="3999880"/>
                </a:lnTo>
                <a:lnTo>
                  <a:pt x="5928103" y="3999913"/>
                </a:lnTo>
                <a:close/>
                <a:moveTo>
                  <a:pt x="5905378" y="3999419"/>
                </a:moveTo>
                <a:lnTo>
                  <a:pt x="5905404" y="3999913"/>
                </a:lnTo>
                <a:lnTo>
                  <a:pt x="5905902" y="3999880"/>
                </a:lnTo>
                <a:lnTo>
                  <a:pt x="5906496" y="4011320"/>
                </a:lnTo>
                <a:cubicBezTo>
                  <a:pt x="5906496" y="4017001"/>
                  <a:pt x="5906437" y="4022668"/>
                  <a:pt x="5905125" y="4028296"/>
                </a:cubicBezTo>
                <a:cubicBezTo>
                  <a:pt x="5905167" y="4059631"/>
                  <a:pt x="5902717" y="4090522"/>
                  <a:pt x="5897658" y="4120772"/>
                </a:cubicBezTo>
                <a:lnTo>
                  <a:pt x="5897120" y="4127448"/>
                </a:lnTo>
                <a:cubicBezTo>
                  <a:pt x="5896950" y="4127453"/>
                  <a:pt x="5896782" y="4127458"/>
                  <a:pt x="5896614" y="4127511"/>
                </a:cubicBezTo>
                <a:cubicBezTo>
                  <a:pt x="5872249" y="4298519"/>
                  <a:pt x="5793686" y="4452596"/>
                  <a:pt x="5677555" y="4572001"/>
                </a:cubicBezTo>
                <a:lnTo>
                  <a:pt x="5483314" y="4572001"/>
                </a:lnTo>
                <a:cubicBezTo>
                  <a:pt x="5626412" y="4471530"/>
                  <a:pt x="5728635" y="4319650"/>
                  <a:pt x="5763129" y="4144250"/>
                </a:cubicBezTo>
                <a:cubicBezTo>
                  <a:pt x="5529126" y="4194541"/>
                  <a:pt x="5338758" y="4357380"/>
                  <a:pt x="5255375" y="4572001"/>
                </a:cubicBezTo>
                <a:lnTo>
                  <a:pt x="5117827" y="4572001"/>
                </a:lnTo>
                <a:cubicBezTo>
                  <a:pt x="5211190" y="4283539"/>
                  <a:pt x="5464420" y="4064450"/>
                  <a:pt x="5776499" y="4012794"/>
                </a:cubicBezTo>
                <a:lnTo>
                  <a:pt x="5776616" y="4011646"/>
                </a:lnTo>
                <a:cubicBezTo>
                  <a:pt x="5781926" y="4010636"/>
                  <a:pt x="5787253" y="4009688"/>
                  <a:pt x="5792829" y="4010107"/>
                </a:cubicBezTo>
                <a:cubicBezTo>
                  <a:pt x="5824012" y="4004550"/>
                  <a:pt x="5855905" y="4001569"/>
                  <a:pt x="5888290" y="4001042"/>
                </a:cubicBezTo>
                <a:close/>
                <a:moveTo>
                  <a:pt x="4235979" y="3999419"/>
                </a:moveTo>
                <a:lnTo>
                  <a:pt x="4253065" y="4001042"/>
                </a:lnTo>
                <a:cubicBezTo>
                  <a:pt x="4285451" y="4001569"/>
                  <a:pt x="4317343" y="4004550"/>
                  <a:pt x="4348528" y="4010107"/>
                </a:cubicBezTo>
                <a:cubicBezTo>
                  <a:pt x="4354104" y="4009688"/>
                  <a:pt x="4359431" y="4010636"/>
                  <a:pt x="4364739" y="4011646"/>
                </a:cubicBezTo>
                <a:lnTo>
                  <a:pt x="4364856" y="4012794"/>
                </a:lnTo>
                <a:cubicBezTo>
                  <a:pt x="4676936" y="4064450"/>
                  <a:pt x="4930165" y="4283539"/>
                  <a:pt x="5023528" y="4572001"/>
                </a:cubicBezTo>
                <a:lnTo>
                  <a:pt x="4885980" y="4572001"/>
                </a:lnTo>
                <a:cubicBezTo>
                  <a:pt x="4802597" y="4357380"/>
                  <a:pt x="4612229" y="4194541"/>
                  <a:pt x="4378227" y="4144250"/>
                </a:cubicBezTo>
                <a:cubicBezTo>
                  <a:pt x="4412722" y="4319651"/>
                  <a:pt x="4514944" y="4471530"/>
                  <a:pt x="4658041" y="4572001"/>
                </a:cubicBezTo>
                <a:lnTo>
                  <a:pt x="4463800" y="4572001"/>
                </a:lnTo>
                <a:cubicBezTo>
                  <a:pt x="4347669" y="4452596"/>
                  <a:pt x="4269106" y="4298519"/>
                  <a:pt x="4244741" y="4127511"/>
                </a:cubicBezTo>
                <a:cubicBezTo>
                  <a:pt x="4244574" y="4127458"/>
                  <a:pt x="4244405" y="4127453"/>
                  <a:pt x="4244236" y="4127448"/>
                </a:cubicBezTo>
                <a:lnTo>
                  <a:pt x="4243697" y="4120772"/>
                </a:lnTo>
                <a:cubicBezTo>
                  <a:pt x="4238639" y="4090522"/>
                  <a:pt x="4236188" y="4059631"/>
                  <a:pt x="4236230" y="4028296"/>
                </a:cubicBezTo>
                <a:cubicBezTo>
                  <a:pt x="4234918" y="4022668"/>
                  <a:pt x="4234860" y="4017001"/>
                  <a:pt x="4234860" y="4011320"/>
                </a:cubicBezTo>
                <a:lnTo>
                  <a:pt x="4235454" y="3999880"/>
                </a:lnTo>
                <a:lnTo>
                  <a:pt x="4235952" y="3999913"/>
                </a:lnTo>
                <a:close/>
                <a:moveTo>
                  <a:pt x="4213227" y="3999419"/>
                </a:moveTo>
                <a:lnTo>
                  <a:pt x="4213253" y="3999913"/>
                </a:lnTo>
                <a:lnTo>
                  <a:pt x="4213751" y="3999880"/>
                </a:lnTo>
                <a:lnTo>
                  <a:pt x="4214345" y="4011320"/>
                </a:lnTo>
                <a:cubicBezTo>
                  <a:pt x="4214345" y="4017001"/>
                  <a:pt x="4214286" y="4022668"/>
                  <a:pt x="4212974" y="4028296"/>
                </a:cubicBezTo>
                <a:cubicBezTo>
                  <a:pt x="4213016" y="4059631"/>
                  <a:pt x="4210566" y="4090522"/>
                  <a:pt x="4205507" y="4120772"/>
                </a:cubicBezTo>
                <a:lnTo>
                  <a:pt x="4204969" y="4127448"/>
                </a:lnTo>
                <a:cubicBezTo>
                  <a:pt x="4204799" y="4127453"/>
                  <a:pt x="4204631" y="4127458"/>
                  <a:pt x="4204463" y="4127511"/>
                </a:cubicBezTo>
                <a:cubicBezTo>
                  <a:pt x="4180098" y="4298519"/>
                  <a:pt x="4101535" y="4452596"/>
                  <a:pt x="3985404" y="4572001"/>
                </a:cubicBezTo>
                <a:lnTo>
                  <a:pt x="3791163" y="4572001"/>
                </a:lnTo>
                <a:cubicBezTo>
                  <a:pt x="3934261" y="4471530"/>
                  <a:pt x="4036484" y="4319651"/>
                  <a:pt x="4070978" y="4144250"/>
                </a:cubicBezTo>
                <a:cubicBezTo>
                  <a:pt x="3836975" y="4194541"/>
                  <a:pt x="3646607" y="4357380"/>
                  <a:pt x="3563224" y="4572001"/>
                </a:cubicBezTo>
                <a:lnTo>
                  <a:pt x="3425676" y="4572001"/>
                </a:lnTo>
                <a:cubicBezTo>
                  <a:pt x="3519039" y="4283539"/>
                  <a:pt x="3772269" y="4064450"/>
                  <a:pt x="4084348" y="4012794"/>
                </a:cubicBezTo>
                <a:lnTo>
                  <a:pt x="4084465" y="4011646"/>
                </a:lnTo>
                <a:cubicBezTo>
                  <a:pt x="4089774" y="4010636"/>
                  <a:pt x="4095102" y="4009688"/>
                  <a:pt x="4100678" y="4010107"/>
                </a:cubicBezTo>
                <a:cubicBezTo>
                  <a:pt x="4131861" y="4004550"/>
                  <a:pt x="4163754" y="4001569"/>
                  <a:pt x="4196139" y="4001042"/>
                </a:cubicBezTo>
                <a:close/>
                <a:moveTo>
                  <a:pt x="2543827" y="3999419"/>
                </a:moveTo>
                <a:lnTo>
                  <a:pt x="2560914" y="4001042"/>
                </a:lnTo>
                <a:cubicBezTo>
                  <a:pt x="2593300" y="4001569"/>
                  <a:pt x="2625192" y="4004550"/>
                  <a:pt x="2656376" y="4010107"/>
                </a:cubicBezTo>
                <a:cubicBezTo>
                  <a:pt x="2661952" y="4009688"/>
                  <a:pt x="2667280" y="4010636"/>
                  <a:pt x="2672588" y="4011646"/>
                </a:cubicBezTo>
                <a:lnTo>
                  <a:pt x="2672706" y="4012794"/>
                </a:lnTo>
                <a:cubicBezTo>
                  <a:pt x="2984785" y="4064450"/>
                  <a:pt x="3238014" y="4283539"/>
                  <a:pt x="3331377" y="4572001"/>
                </a:cubicBezTo>
                <a:lnTo>
                  <a:pt x="3193830" y="4572001"/>
                </a:lnTo>
                <a:cubicBezTo>
                  <a:pt x="3110446" y="4357380"/>
                  <a:pt x="2920078" y="4194541"/>
                  <a:pt x="2686076" y="4144250"/>
                </a:cubicBezTo>
                <a:cubicBezTo>
                  <a:pt x="2720570" y="4319650"/>
                  <a:pt x="2822793" y="4471530"/>
                  <a:pt x="2965890" y="4572001"/>
                </a:cubicBezTo>
                <a:lnTo>
                  <a:pt x="2771649" y="4572001"/>
                </a:lnTo>
                <a:cubicBezTo>
                  <a:pt x="2655518" y="4452596"/>
                  <a:pt x="2576955" y="4298519"/>
                  <a:pt x="2552590" y="4127511"/>
                </a:cubicBezTo>
                <a:cubicBezTo>
                  <a:pt x="2552423" y="4127458"/>
                  <a:pt x="2552254" y="4127453"/>
                  <a:pt x="2552085" y="4127448"/>
                </a:cubicBezTo>
                <a:lnTo>
                  <a:pt x="2551547" y="4120772"/>
                </a:lnTo>
                <a:cubicBezTo>
                  <a:pt x="2546488" y="4090522"/>
                  <a:pt x="2544037" y="4059631"/>
                  <a:pt x="2544079" y="4028296"/>
                </a:cubicBezTo>
                <a:cubicBezTo>
                  <a:pt x="2542767" y="4022668"/>
                  <a:pt x="2542709" y="4017001"/>
                  <a:pt x="2542709" y="4011320"/>
                </a:cubicBezTo>
                <a:lnTo>
                  <a:pt x="2543303" y="3999880"/>
                </a:lnTo>
                <a:lnTo>
                  <a:pt x="2543801" y="3999913"/>
                </a:lnTo>
                <a:close/>
                <a:moveTo>
                  <a:pt x="2521076" y="3999419"/>
                </a:moveTo>
                <a:lnTo>
                  <a:pt x="2521102" y="3999913"/>
                </a:lnTo>
                <a:lnTo>
                  <a:pt x="2521600" y="3999880"/>
                </a:lnTo>
                <a:lnTo>
                  <a:pt x="2522194" y="4011320"/>
                </a:lnTo>
                <a:cubicBezTo>
                  <a:pt x="2522194" y="4017001"/>
                  <a:pt x="2522135" y="4022668"/>
                  <a:pt x="2520823" y="4028296"/>
                </a:cubicBezTo>
                <a:cubicBezTo>
                  <a:pt x="2520865" y="4059631"/>
                  <a:pt x="2518415" y="4090522"/>
                  <a:pt x="2513356" y="4120772"/>
                </a:cubicBezTo>
                <a:lnTo>
                  <a:pt x="2512818" y="4127448"/>
                </a:lnTo>
                <a:cubicBezTo>
                  <a:pt x="2512648" y="4127453"/>
                  <a:pt x="2512480" y="4127458"/>
                  <a:pt x="2512312" y="4127511"/>
                </a:cubicBezTo>
                <a:cubicBezTo>
                  <a:pt x="2487947" y="4298519"/>
                  <a:pt x="2409385" y="4452596"/>
                  <a:pt x="2293253" y="4572001"/>
                </a:cubicBezTo>
                <a:lnTo>
                  <a:pt x="2099012" y="4572001"/>
                </a:lnTo>
                <a:cubicBezTo>
                  <a:pt x="2242110" y="4471530"/>
                  <a:pt x="2344333" y="4319651"/>
                  <a:pt x="2378827" y="4144250"/>
                </a:cubicBezTo>
                <a:cubicBezTo>
                  <a:pt x="2144825" y="4194541"/>
                  <a:pt x="1954456" y="4357380"/>
                  <a:pt x="1871073" y="4572001"/>
                </a:cubicBezTo>
                <a:lnTo>
                  <a:pt x="1733525" y="4572001"/>
                </a:lnTo>
                <a:cubicBezTo>
                  <a:pt x="1826888" y="4283539"/>
                  <a:pt x="2080118" y="4064450"/>
                  <a:pt x="2392197" y="4012794"/>
                </a:cubicBezTo>
                <a:lnTo>
                  <a:pt x="2392314" y="4011646"/>
                </a:lnTo>
                <a:cubicBezTo>
                  <a:pt x="2397623" y="4010636"/>
                  <a:pt x="2402951" y="4009688"/>
                  <a:pt x="2408527" y="4010107"/>
                </a:cubicBezTo>
                <a:cubicBezTo>
                  <a:pt x="2439710" y="4004550"/>
                  <a:pt x="2471603" y="4001569"/>
                  <a:pt x="2503988" y="4001042"/>
                </a:cubicBezTo>
                <a:close/>
                <a:moveTo>
                  <a:pt x="851676" y="3999419"/>
                </a:moveTo>
                <a:lnTo>
                  <a:pt x="868763" y="4001042"/>
                </a:lnTo>
                <a:cubicBezTo>
                  <a:pt x="901149" y="4001569"/>
                  <a:pt x="933041" y="4004550"/>
                  <a:pt x="964225" y="4010107"/>
                </a:cubicBezTo>
                <a:cubicBezTo>
                  <a:pt x="969801" y="4009688"/>
                  <a:pt x="975129" y="4010636"/>
                  <a:pt x="980437" y="4011646"/>
                </a:cubicBezTo>
                <a:lnTo>
                  <a:pt x="980555" y="4012794"/>
                </a:lnTo>
                <a:cubicBezTo>
                  <a:pt x="1292634" y="4064450"/>
                  <a:pt x="1545864" y="4283539"/>
                  <a:pt x="1639226" y="4572001"/>
                </a:cubicBezTo>
                <a:lnTo>
                  <a:pt x="1501679" y="4572001"/>
                </a:lnTo>
                <a:cubicBezTo>
                  <a:pt x="1418296" y="4357380"/>
                  <a:pt x="1227927" y="4194541"/>
                  <a:pt x="993925" y="4144250"/>
                </a:cubicBezTo>
                <a:cubicBezTo>
                  <a:pt x="1028419" y="4319651"/>
                  <a:pt x="1130642" y="4471530"/>
                  <a:pt x="1273740" y="4572001"/>
                </a:cubicBezTo>
                <a:lnTo>
                  <a:pt x="1079499" y="4572001"/>
                </a:lnTo>
                <a:cubicBezTo>
                  <a:pt x="963367" y="4452596"/>
                  <a:pt x="884804" y="4298519"/>
                  <a:pt x="860439" y="4127511"/>
                </a:cubicBezTo>
                <a:cubicBezTo>
                  <a:pt x="860272" y="4127458"/>
                  <a:pt x="860103" y="4127453"/>
                  <a:pt x="859934" y="4127448"/>
                </a:cubicBezTo>
                <a:lnTo>
                  <a:pt x="859396" y="4120772"/>
                </a:lnTo>
                <a:cubicBezTo>
                  <a:pt x="854337" y="4090522"/>
                  <a:pt x="851886" y="4059631"/>
                  <a:pt x="851928" y="4028296"/>
                </a:cubicBezTo>
                <a:cubicBezTo>
                  <a:pt x="850616" y="4022668"/>
                  <a:pt x="850558" y="4017001"/>
                  <a:pt x="850558" y="4011320"/>
                </a:cubicBezTo>
                <a:lnTo>
                  <a:pt x="851152" y="3999880"/>
                </a:lnTo>
                <a:lnTo>
                  <a:pt x="851650" y="3999913"/>
                </a:lnTo>
                <a:close/>
                <a:moveTo>
                  <a:pt x="828925" y="3999419"/>
                </a:moveTo>
                <a:lnTo>
                  <a:pt x="828951" y="3999913"/>
                </a:lnTo>
                <a:lnTo>
                  <a:pt x="829449" y="3999880"/>
                </a:lnTo>
                <a:lnTo>
                  <a:pt x="830043" y="4011320"/>
                </a:lnTo>
                <a:cubicBezTo>
                  <a:pt x="830043" y="4017001"/>
                  <a:pt x="829984" y="4022668"/>
                  <a:pt x="828672" y="4028296"/>
                </a:cubicBezTo>
                <a:cubicBezTo>
                  <a:pt x="828714" y="4059631"/>
                  <a:pt x="826264" y="4090522"/>
                  <a:pt x="821205" y="4120772"/>
                </a:cubicBezTo>
                <a:lnTo>
                  <a:pt x="820667" y="4127448"/>
                </a:lnTo>
                <a:cubicBezTo>
                  <a:pt x="820497" y="4127453"/>
                  <a:pt x="820329" y="4127458"/>
                  <a:pt x="820161" y="4127511"/>
                </a:cubicBezTo>
                <a:cubicBezTo>
                  <a:pt x="795796" y="4298519"/>
                  <a:pt x="717234" y="4452596"/>
                  <a:pt x="601102" y="4572001"/>
                </a:cubicBezTo>
                <a:lnTo>
                  <a:pt x="406861" y="4572001"/>
                </a:lnTo>
                <a:cubicBezTo>
                  <a:pt x="549959" y="4471530"/>
                  <a:pt x="652182" y="4319650"/>
                  <a:pt x="686676" y="4144250"/>
                </a:cubicBezTo>
                <a:cubicBezTo>
                  <a:pt x="452674" y="4194541"/>
                  <a:pt x="262305" y="4357380"/>
                  <a:pt x="178922" y="4572001"/>
                </a:cubicBezTo>
                <a:lnTo>
                  <a:pt x="41374" y="4572001"/>
                </a:lnTo>
                <a:cubicBezTo>
                  <a:pt x="134738" y="4283539"/>
                  <a:pt x="387967" y="4064450"/>
                  <a:pt x="700046" y="4012794"/>
                </a:cubicBezTo>
                <a:lnTo>
                  <a:pt x="700163" y="4011646"/>
                </a:lnTo>
                <a:cubicBezTo>
                  <a:pt x="705472" y="4010636"/>
                  <a:pt x="710800" y="4009688"/>
                  <a:pt x="716376" y="4010107"/>
                </a:cubicBezTo>
                <a:cubicBezTo>
                  <a:pt x="747559" y="4004550"/>
                  <a:pt x="779452" y="4001569"/>
                  <a:pt x="811837" y="4001042"/>
                </a:cubicBezTo>
                <a:close/>
                <a:moveTo>
                  <a:pt x="8305836" y="3304913"/>
                </a:moveTo>
                <a:cubicBezTo>
                  <a:pt x="8030646" y="3363591"/>
                  <a:pt x="7815802" y="3576701"/>
                  <a:pt x="7762527" y="3845480"/>
                </a:cubicBezTo>
                <a:cubicBezTo>
                  <a:pt x="8037717" y="3786801"/>
                  <a:pt x="8252560" y="3573691"/>
                  <a:pt x="8305836" y="3304913"/>
                </a:cubicBezTo>
                <a:close/>
                <a:moveTo>
                  <a:pt x="6911971" y="3304913"/>
                </a:moveTo>
                <a:cubicBezTo>
                  <a:pt x="6965247" y="3573691"/>
                  <a:pt x="7180090" y="3786801"/>
                  <a:pt x="7455280" y="3845480"/>
                </a:cubicBezTo>
                <a:cubicBezTo>
                  <a:pt x="7402005" y="3576701"/>
                  <a:pt x="7187161" y="3363591"/>
                  <a:pt x="6911971" y="3304913"/>
                </a:cubicBezTo>
                <a:close/>
                <a:moveTo>
                  <a:pt x="6613685" y="3304913"/>
                </a:moveTo>
                <a:cubicBezTo>
                  <a:pt x="6338495" y="3363591"/>
                  <a:pt x="6123651" y="3576701"/>
                  <a:pt x="6070376" y="3845480"/>
                </a:cubicBezTo>
                <a:cubicBezTo>
                  <a:pt x="6345566" y="3786801"/>
                  <a:pt x="6560409" y="3573691"/>
                  <a:pt x="6613685" y="3304913"/>
                </a:cubicBezTo>
                <a:close/>
                <a:moveTo>
                  <a:pt x="5219820" y="3304913"/>
                </a:moveTo>
                <a:cubicBezTo>
                  <a:pt x="5273096" y="3573691"/>
                  <a:pt x="5487939" y="3786801"/>
                  <a:pt x="5763129" y="3845480"/>
                </a:cubicBezTo>
                <a:cubicBezTo>
                  <a:pt x="5709854" y="3576701"/>
                  <a:pt x="5495010" y="3363591"/>
                  <a:pt x="5219820" y="3304913"/>
                </a:cubicBezTo>
                <a:close/>
                <a:moveTo>
                  <a:pt x="4921534" y="3304913"/>
                </a:moveTo>
                <a:cubicBezTo>
                  <a:pt x="4646344" y="3363591"/>
                  <a:pt x="4431500" y="3576701"/>
                  <a:pt x="4378225" y="3845480"/>
                </a:cubicBezTo>
                <a:cubicBezTo>
                  <a:pt x="4653415" y="3786801"/>
                  <a:pt x="4868259" y="3573691"/>
                  <a:pt x="4921534" y="3304913"/>
                </a:cubicBezTo>
                <a:close/>
                <a:moveTo>
                  <a:pt x="3527669" y="3304913"/>
                </a:moveTo>
                <a:cubicBezTo>
                  <a:pt x="3580945" y="3573691"/>
                  <a:pt x="3795788" y="3786801"/>
                  <a:pt x="4070978" y="3845480"/>
                </a:cubicBezTo>
                <a:cubicBezTo>
                  <a:pt x="4017703" y="3576701"/>
                  <a:pt x="3802859" y="3363591"/>
                  <a:pt x="3527669" y="3304913"/>
                </a:cubicBezTo>
                <a:close/>
                <a:moveTo>
                  <a:pt x="3229383" y="3304913"/>
                </a:moveTo>
                <a:cubicBezTo>
                  <a:pt x="2954193" y="3363591"/>
                  <a:pt x="2739349" y="3576701"/>
                  <a:pt x="2686074" y="3845480"/>
                </a:cubicBezTo>
                <a:cubicBezTo>
                  <a:pt x="2961264" y="3786801"/>
                  <a:pt x="3176107" y="3573691"/>
                  <a:pt x="3229383" y="3304913"/>
                </a:cubicBezTo>
                <a:close/>
                <a:moveTo>
                  <a:pt x="1835518" y="3304913"/>
                </a:moveTo>
                <a:cubicBezTo>
                  <a:pt x="1888794" y="3573691"/>
                  <a:pt x="2103637" y="3786801"/>
                  <a:pt x="2378827" y="3845480"/>
                </a:cubicBezTo>
                <a:cubicBezTo>
                  <a:pt x="2325552" y="3576701"/>
                  <a:pt x="2110708" y="3363591"/>
                  <a:pt x="1835518" y="3304913"/>
                </a:cubicBezTo>
                <a:close/>
                <a:moveTo>
                  <a:pt x="1537232" y="3304913"/>
                </a:moveTo>
                <a:cubicBezTo>
                  <a:pt x="1262042" y="3363591"/>
                  <a:pt x="1047198" y="3576701"/>
                  <a:pt x="993923" y="3845480"/>
                </a:cubicBezTo>
                <a:cubicBezTo>
                  <a:pt x="1269113" y="3786801"/>
                  <a:pt x="1483956" y="3573691"/>
                  <a:pt x="1537232" y="3304913"/>
                </a:cubicBezTo>
                <a:close/>
                <a:moveTo>
                  <a:pt x="143367" y="3304913"/>
                </a:moveTo>
                <a:cubicBezTo>
                  <a:pt x="196643" y="3573691"/>
                  <a:pt x="411486" y="3786801"/>
                  <a:pt x="686676" y="3845480"/>
                </a:cubicBezTo>
                <a:cubicBezTo>
                  <a:pt x="633401" y="3576701"/>
                  <a:pt x="418557" y="3363591"/>
                  <a:pt x="143367" y="3304913"/>
                </a:cubicBezTo>
                <a:close/>
                <a:moveTo>
                  <a:pt x="8461873" y="3161219"/>
                </a:moveTo>
                <a:lnTo>
                  <a:pt x="8478960" y="3162829"/>
                </a:lnTo>
                <a:cubicBezTo>
                  <a:pt x="8511346" y="3163352"/>
                  <a:pt x="8543239" y="3166310"/>
                  <a:pt x="8574422" y="3171823"/>
                </a:cubicBezTo>
                <a:cubicBezTo>
                  <a:pt x="8579998" y="3171407"/>
                  <a:pt x="8585326" y="3172348"/>
                  <a:pt x="8590635" y="3173350"/>
                </a:cubicBezTo>
                <a:lnTo>
                  <a:pt x="8590752" y="3174489"/>
                </a:lnTo>
                <a:cubicBezTo>
                  <a:pt x="8815033" y="3211322"/>
                  <a:pt x="9008920" y="3333951"/>
                  <a:pt x="9135069" y="3506215"/>
                </a:cubicBezTo>
                <a:lnTo>
                  <a:pt x="9139239" y="3512974"/>
                </a:lnTo>
                <a:lnTo>
                  <a:pt x="9139239" y="3816134"/>
                </a:lnTo>
                <a:lnTo>
                  <a:pt x="9120077" y="3747490"/>
                </a:lnTo>
                <a:cubicBezTo>
                  <a:pt x="9039502" y="3525837"/>
                  <a:pt x="8844913" y="3356256"/>
                  <a:pt x="8604122" y="3304913"/>
                </a:cubicBezTo>
                <a:cubicBezTo>
                  <a:pt x="8650738" y="3540094"/>
                  <a:pt x="8821055" y="3732654"/>
                  <a:pt x="9047261" y="3816429"/>
                </a:cubicBezTo>
                <a:lnTo>
                  <a:pt x="9139239" y="3843104"/>
                </a:lnTo>
                <a:lnTo>
                  <a:pt x="9139239" y="3970603"/>
                </a:lnTo>
                <a:lnTo>
                  <a:pt x="9030179" y="3943797"/>
                </a:lnTo>
                <a:cubicBezTo>
                  <a:pt x="8735297" y="3846211"/>
                  <a:pt x="8514628" y="3594637"/>
                  <a:pt x="8470637" y="3288305"/>
                </a:cubicBezTo>
                <a:cubicBezTo>
                  <a:pt x="8470469" y="3288253"/>
                  <a:pt x="8470301" y="3288248"/>
                  <a:pt x="8470131" y="3288243"/>
                </a:cubicBezTo>
                <a:lnTo>
                  <a:pt x="8469593" y="3281619"/>
                </a:lnTo>
                <a:cubicBezTo>
                  <a:pt x="8464534" y="3251607"/>
                  <a:pt x="8462083" y="3220958"/>
                  <a:pt x="8462126" y="3189869"/>
                </a:cubicBezTo>
                <a:cubicBezTo>
                  <a:pt x="8460814" y="3184286"/>
                  <a:pt x="8460755" y="3178663"/>
                  <a:pt x="8460755" y="3173027"/>
                </a:cubicBezTo>
                <a:lnTo>
                  <a:pt x="8461349" y="3161677"/>
                </a:lnTo>
                <a:lnTo>
                  <a:pt x="8461847" y="3161709"/>
                </a:lnTo>
                <a:close/>
                <a:moveTo>
                  <a:pt x="8448085" y="3161219"/>
                </a:moveTo>
                <a:lnTo>
                  <a:pt x="8448111" y="3161709"/>
                </a:lnTo>
                <a:lnTo>
                  <a:pt x="8448609" y="3161677"/>
                </a:lnTo>
                <a:lnTo>
                  <a:pt x="8449203" y="3173027"/>
                </a:lnTo>
                <a:cubicBezTo>
                  <a:pt x="8449203" y="3178663"/>
                  <a:pt x="8449144" y="3184286"/>
                  <a:pt x="8447832" y="3189869"/>
                </a:cubicBezTo>
                <a:cubicBezTo>
                  <a:pt x="8447875" y="3220958"/>
                  <a:pt x="8445424" y="3251607"/>
                  <a:pt x="8440365" y="3281619"/>
                </a:cubicBezTo>
                <a:lnTo>
                  <a:pt x="8439827" y="3288243"/>
                </a:lnTo>
                <a:cubicBezTo>
                  <a:pt x="8439657" y="3288248"/>
                  <a:pt x="8439489" y="3288253"/>
                  <a:pt x="8439321" y="3288305"/>
                </a:cubicBezTo>
                <a:cubicBezTo>
                  <a:pt x="8389046" y="3638399"/>
                  <a:pt x="8108007" y="3916971"/>
                  <a:pt x="7749156" y="3975903"/>
                </a:cubicBezTo>
                <a:lnTo>
                  <a:pt x="7749040" y="3977042"/>
                </a:lnTo>
                <a:cubicBezTo>
                  <a:pt x="7743729" y="3978045"/>
                  <a:pt x="7738400" y="3978986"/>
                  <a:pt x="7732823" y="3978570"/>
                </a:cubicBezTo>
                <a:cubicBezTo>
                  <a:pt x="7701651" y="3984080"/>
                  <a:pt x="7669771" y="3987038"/>
                  <a:pt x="7637396" y="3987561"/>
                </a:cubicBezTo>
                <a:lnTo>
                  <a:pt x="7620278" y="3989174"/>
                </a:lnTo>
                <a:lnTo>
                  <a:pt x="7620252" y="3988683"/>
                </a:lnTo>
                <a:lnTo>
                  <a:pt x="7619753" y="3988716"/>
                </a:lnTo>
                <a:cubicBezTo>
                  <a:pt x="7619187" y="3984944"/>
                  <a:pt x="7619160" y="3981158"/>
                  <a:pt x="7619160" y="3977366"/>
                </a:cubicBezTo>
                <a:cubicBezTo>
                  <a:pt x="7619160" y="3971728"/>
                  <a:pt x="7619219" y="3966104"/>
                  <a:pt x="7620531" y="3960518"/>
                </a:cubicBezTo>
                <a:cubicBezTo>
                  <a:pt x="7620488" y="3929436"/>
                  <a:pt x="7622938" y="3898794"/>
                  <a:pt x="7627995" y="3868787"/>
                </a:cubicBezTo>
                <a:lnTo>
                  <a:pt x="7628535" y="3862150"/>
                </a:lnTo>
                <a:cubicBezTo>
                  <a:pt x="7628704" y="3862145"/>
                  <a:pt x="7628873" y="3862140"/>
                  <a:pt x="7629040" y="3862087"/>
                </a:cubicBezTo>
                <a:cubicBezTo>
                  <a:pt x="7679317" y="3511992"/>
                  <a:pt x="7960356" y="3233421"/>
                  <a:pt x="8319206" y="3174489"/>
                </a:cubicBezTo>
                <a:lnTo>
                  <a:pt x="8319323" y="3173350"/>
                </a:lnTo>
                <a:cubicBezTo>
                  <a:pt x="8324632" y="3172348"/>
                  <a:pt x="8329960" y="3171407"/>
                  <a:pt x="8335536" y="3171823"/>
                </a:cubicBezTo>
                <a:cubicBezTo>
                  <a:pt x="8366719" y="3166310"/>
                  <a:pt x="8398612" y="3163352"/>
                  <a:pt x="8430998" y="3162829"/>
                </a:cubicBezTo>
                <a:close/>
                <a:moveTo>
                  <a:pt x="6769722" y="3161219"/>
                </a:moveTo>
                <a:lnTo>
                  <a:pt x="6786810" y="3162829"/>
                </a:lnTo>
                <a:cubicBezTo>
                  <a:pt x="6819195" y="3163352"/>
                  <a:pt x="6851088" y="3166310"/>
                  <a:pt x="6882271" y="3171823"/>
                </a:cubicBezTo>
                <a:cubicBezTo>
                  <a:pt x="6887847" y="3171407"/>
                  <a:pt x="6893175" y="3172348"/>
                  <a:pt x="6898484" y="3173350"/>
                </a:cubicBezTo>
                <a:lnTo>
                  <a:pt x="6898601" y="3174489"/>
                </a:lnTo>
                <a:cubicBezTo>
                  <a:pt x="7257451" y="3233421"/>
                  <a:pt x="7538490" y="3511992"/>
                  <a:pt x="7588766" y="3862087"/>
                </a:cubicBezTo>
                <a:cubicBezTo>
                  <a:pt x="7588934" y="3862140"/>
                  <a:pt x="7589103" y="3862145"/>
                  <a:pt x="7589272" y="3862150"/>
                </a:cubicBezTo>
                <a:lnTo>
                  <a:pt x="7589812" y="3868787"/>
                </a:lnTo>
                <a:cubicBezTo>
                  <a:pt x="7594869" y="3898794"/>
                  <a:pt x="7597319" y="3929436"/>
                  <a:pt x="7597276" y="3960518"/>
                </a:cubicBezTo>
                <a:cubicBezTo>
                  <a:pt x="7598588" y="3966104"/>
                  <a:pt x="7598647" y="3971728"/>
                  <a:pt x="7598647" y="3977366"/>
                </a:cubicBezTo>
                <a:cubicBezTo>
                  <a:pt x="7598647" y="3981158"/>
                  <a:pt x="7598620" y="3984944"/>
                  <a:pt x="7598054" y="3988716"/>
                </a:cubicBezTo>
                <a:lnTo>
                  <a:pt x="7597555" y="3988683"/>
                </a:lnTo>
                <a:lnTo>
                  <a:pt x="7597529" y="3989174"/>
                </a:lnTo>
                <a:lnTo>
                  <a:pt x="7580411" y="3987561"/>
                </a:lnTo>
                <a:cubicBezTo>
                  <a:pt x="7548036" y="3987038"/>
                  <a:pt x="7516156" y="3984080"/>
                  <a:pt x="7484984" y="3978570"/>
                </a:cubicBezTo>
                <a:cubicBezTo>
                  <a:pt x="7479407" y="3978986"/>
                  <a:pt x="7474078" y="3978045"/>
                  <a:pt x="7468767" y="3977042"/>
                </a:cubicBezTo>
                <a:lnTo>
                  <a:pt x="7468651" y="3975903"/>
                </a:lnTo>
                <a:cubicBezTo>
                  <a:pt x="7109800" y="3916971"/>
                  <a:pt x="6828761" y="3638399"/>
                  <a:pt x="6778486" y="3288305"/>
                </a:cubicBezTo>
                <a:cubicBezTo>
                  <a:pt x="6778318" y="3288253"/>
                  <a:pt x="6778150" y="3288248"/>
                  <a:pt x="6777980" y="3288243"/>
                </a:cubicBezTo>
                <a:lnTo>
                  <a:pt x="6777442" y="3281619"/>
                </a:lnTo>
                <a:cubicBezTo>
                  <a:pt x="6772383" y="3251607"/>
                  <a:pt x="6769933" y="3220958"/>
                  <a:pt x="6769975" y="3189869"/>
                </a:cubicBezTo>
                <a:cubicBezTo>
                  <a:pt x="6768663" y="3184286"/>
                  <a:pt x="6768604" y="3178663"/>
                  <a:pt x="6768604" y="3173027"/>
                </a:cubicBezTo>
                <a:lnTo>
                  <a:pt x="6769198" y="3161677"/>
                </a:lnTo>
                <a:lnTo>
                  <a:pt x="6769696" y="3161709"/>
                </a:lnTo>
                <a:close/>
                <a:moveTo>
                  <a:pt x="6755934" y="3161219"/>
                </a:moveTo>
                <a:lnTo>
                  <a:pt x="6755960" y="3161709"/>
                </a:lnTo>
                <a:lnTo>
                  <a:pt x="6756458" y="3161677"/>
                </a:lnTo>
                <a:lnTo>
                  <a:pt x="6757052" y="3173027"/>
                </a:lnTo>
                <a:cubicBezTo>
                  <a:pt x="6757052" y="3178663"/>
                  <a:pt x="6756994" y="3184286"/>
                  <a:pt x="6755682" y="3189869"/>
                </a:cubicBezTo>
                <a:cubicBezTo>
                  <a:pt x="6755724" y="3220958"/>
                  <a:pt x="6753273" y="3251607"/>
                  <a:pt x="6748215" y="3281619"/>
                </a:cubicBezTo>
                <a:lnTo>
                  <a:pt x="6747676" y="3288243"/>
                </a:lnTo>
                <a:cubicBezTo>
                  <a:pt x="6747507" y="3288248"/>
                  <a:pt x="6747338" y="3288253"/>
                  <a:pt x="6747171" y="3288305"/>
                </a:cubicBezTo>
                <a:cubicBezTo>
                  <a:pt x="6696895" y="3638399"/>
                  <a:pt x="6415856" y="3916971"/>
                  <a:pt x="6057005" y="3975903"/>
                </a:cubicBezTo>
                <a:lnTo>
                  <a:pt x="6056889" y="3977042"/>
                </a:lnTo>
                <a:cubicBezTo>
                  <a:pt x="6051578" y="3978045"/>
                  <a:pt x="6046249" y="3978986"/>
                  <a:pt x="6040672" y="3978570"/>
                </a:cubicBezTo>
                <a:cubicBezTo>
                  <a:pt x="6009500" y="3984080"/>
                  <a:pt x="5977620" y="3987038"/>
                  <a:pt x="5945246" y="3987561"/>
                </a:cubicBezTo>
                <a:lnTo>
                  <a:pt x="5928127" y="3989174"/>
                </a:lnTo>
                <a:lnTo>
                  <a:pt x="5928101" y="3988683"/>
                </a:lnTo>
                <a:lnTo>
                  <a:pt x="5927602" y="3988716"/>
                </a:lnTo>
                <a:cubicBezTo>
                  <a:pt x="5927036" y="3984944"/>
                  <a:pt x="5927009" y="3981158"/>
                  <a:pt x="5927009" y="3977366"/>
                </a:cubicBezTo>
                <a:cubicBezTo>
                  <a:pt x="5927009" y="3971728"/>
                  <a:pt x="5927068" y="3966104"/>
                  <a:pt x="5928380" y="3960518"/>
                </a:cubicBezTo>
                <a:cubicBezTo>
                  <a:pt x="5928338" y="3929436"/>
                  <a:pt x="5930787" y="3898794"/>
                  <a:pt x="5935844" y="3868787"/>
                </a:cubicBezTo>
                <a:lnTo>
                  <a:pt x="5936384" y="3862150"/>
                </a:lnTo>
                <a:cubicBezTo>
                  <a:pt x="5936553" y="3862145"/>
                  <a:pt x="5936722" y="3862140"/>
                  <a:pt x="5936890" y="3862087"/>
                </a:cubicBezTo>
                <a:cubicBezTo>
                  <a:pt x="5987166" y="3511992"/>
                  <a:pt x="6268205" y="3233421"/>
                  <a:pt x="6627056" y="3174489"/>
                </a:cubicBezTo>
                <a:lnTo>
                  <a:pt x="6627173" y="3173350"/>
                </a:lnTo>
                <a:cubicBezTo>
                  <a:pt x="6632481" y="3172348"/>
                  <a:pt x="6637809" y="3171407"/>
                  <a:pt x="6643385" y="3171823"/>
                </a:cubicBezTo>
                <a:cubicBezTo>
                  <a:pt x="6674569" y="3166310"/>
                  <a:pt x="6706461" y="3163352"/>
                  <a:pt x="6738847" y="3162829"/>
                </a:cubicBezTo>
                <a:close/>
                <a:moveTo>
                  <a:pt x="5077571" y="3161219"/>
                </a:moveTo>
                <a:lnTo>
                  <a:pt x="5094659" y="3162829"/>
                </a:lnTo>
                <a:cubicBezTo>
                  <a:pt x="5127044" y="3163352"/>
                  <a:pt x="5158937" y="3166310"/>
                  <a:pt x="5190120" y="3171823"/>
                </a:cubicBezTo>
                <a:cubicBezTo>
                  <a:pt x="5195696" y="3171407"/>
                  <a:pt x="5201024" y="3172348"/>
                  <a:pt x="5206334" y="3173350"/>
                </a:cubicBezTo>
                <a:lnTo>
                  <a:pt x="5206450" y="3174489"/>
                </a:lnTo>
                <a:cubicBezTo>
                  <a:pt x="5565300" y="3233421"/>
                  <a:pt x="5846339" y="3511992"/>
                  <a:pt x="5896616" y="3862087"/>
                </a:cubicBezTo>
                <a:cubicBezTo>
                  <a:pt x="5896783" y="3862140"/>
                  <a:pt x="5896953" y="3862145"/>
                  <a:pt x="5897121" y="3862150"/>
                </a:cubicBezTo>
                <a:lnTo>
                  <a:pt x="5897662" y="3868787"/>
                </a:lnTo>
                <a:cubicBezTo>
                  <a:pt x="5902718" y="3898794"/>
                  <a:pt x="5905168" y="3929436"/>
                  <a:pt x="5905126" y="3960518"/>
                </a:cubicBezTo>
                <a:cubicBezTo>
                  <a:pt x="5906438" y="3966104"/>
                  <a:pt x="5906496" y="3971728"/>
                  <a:pt x="5906496" y="3977366"/>
                </a:cubicBezTo>
                <a:cubicBezTo>
                  <a:pt x="5906496" y="3981158"/>
                  <a:pt x="5906469" y="3984944"/>
                  <a:pt x="5905903" y="3988716"/>
                </a:cubicBezTo>
                <a:lnTo>
                  <a:pt x="5905404" y="3988683"/>
                </a:lnTo>
                <a:lnTo>
                  <a:pt x="5905378" y="3989174"/>
                </a:lnTo>
                <a:lnTo>
                  <a:pt x="5888260" y="3987561"/>
                </a:lnTo>
                <a:cubicBezTo>
                  <a:pt x="5855886" y="3987038"/>
                  <a:pt x="5824005" y="3984080"/>
                  <a:pt x="5792833" y="3978570"/>
                </a:cubicBezTo>
                <a:cubicBezTo>
                  <a:pt x="5787256" y="3978986"/>
                  <a:pt x="5781927" y="3978045"/>
                  <a:pt x="5776617" y="3977042"/>
                </a:cubicBezTo>
                <a:lnTo>
                  <a:pt x="5776501" y="3975903"/>
                </a:lnTo>
                <a:cubicBezTo>
                  <a:pt x="5417649" y="3916971"/>
                  <a:pt x="5136610" y="3638399"/>
                  <a:pt x="5086335" y="3288305"/>
                </a:cubicBezTo>
                <a:cubicBezTo>
                  <a:pt x="5086167" y="3288253"/>
                  <a:pt x="5085999" y="3288248"/>
                  <a:pt x="5085830" y="3288243"/>
                </a:cubicBezTo>
                <a:lnTo>
                  <a:pt x="5085291" y="3281619"/>
                </a:lnTo>
                <a:cubicBezTo>
                  <a:pt x="5080233" y="3251607"/>
                  <a:pt x="5077782" y="3220958"/>
                  <a:pt x="5077824" y="3189869"/>
                </a:cubicBezTo>
                <a:cubicBezTo>
                  <a:pt x="5076512" y="3184286"/>
                  <a:pt x="5076453" y="3178663"/>
                  <a:pt x="5076453" y="3173027"/>
                </a:cubicBezTo>
                <a:lnTo>
                  <a:pt x="5077047" y="3161677"/>
                </a:lnTo>
                <a:lnTo>
                  <a:pt x="5077545" y="3161709"/>
                </a:lnTo>
                <a:close/>
                <a:moveTo>
                  <a:pt x="5063783" y="3161219"/>
                </a:moveTo>
                <a:lnTo>
                  <a:pt x="5063809" y="3161709"/>
                </a:lnTo>
                <a:lnTo>
                  <a:pt x="5064307" y="3161677"/>
                </a:lnTo>
                <a:lnTo>
                  <a:pt x="5064902" y="3173027"/>
                </a:lnTo>
                <a:cubicBezTo>
                  <a:pt x="5064902" y="3178663"/>
                  <a:pt x="5064842" y="3184286"/>
                  <a:pt x="5063530" y="3189869"/>
                </a:cubicBezTo>
                <a:cubicBezTo>
                  <a:pt x="5063572" y="3220958"/>
                  <a:pt x="5061122" y="3251607"/>
                  <a:pt x="5056063" y="3281619"/>
                </a:cubicBezTo>
                <a:lnTo>
                  <a:pt x="5055525" y="3288243"/>
                </a:lnTo>
                <a:cubicBezTo>
                  <a:pt x="5055355" y="3288248"/>
                  <a:pt x="5055187" y="3288253"/>
                  <a:pt x="5055019" y="3288305"/>
                </a:cubicBezTo>
                <a:cubicBezTo>
                  <a:pt x="5004744" y="3638399"/>
                  <a:pt x="4723705" y="3916971"/>
                  <a:pt x="4364853" y="3975903"/>
                </a:cubicBezTo>
                <a:lnTo>
                  <a:pt x="4364737" y="3977042"/>
                </a:lnTo>
                <a:cubicBezTo>
                  <a:pt x="4359427" y="3978045"/>
                  <a:pt x="4354098" y="3978986"/>
                  <a:pt x="4348521" y="3978570"/>
                </a:cubicBezTo>
                <a:cubicBezTo>
                  <a:pt x="4317350" y="3984080"/>
                  <a:pt x="4285468" y="3987038"/>
                  <a:pt x="4253094" y="3987561"/>
                </a:cubicBezTo>
                <a:lnTo>
                  <a:pt x="4235976" y="3989174"/>
                </a:lnTo>
                <a:lnTo>
                  <a:pt x="4235950" y="3988683"/>
                </a:lnTo>
                <a:lnTo>
                  <a:pt x="4235451" y="3988716"/>
                </a:lnTo>
                <a:cubicBezTo>
                  <a:pt x="4234885" y="3984944"/>
                  <a:pt x="4234858" y="3981158"/>
                  <a:pt x="4234858" y="3977366"/>
                </a:cubicBezTo>
                <a:cubicBezTo>
                  <a:pt x="4234858" y="3971728"/>
                  <a:pt x="4234916" y="3966104"/>
                  <a:pt x="4236228" y="3960518"/>
                </a:cubicBezTo>
                <a:cubicBezTo>
                  <a:pt x="4236186" y="3929436"/>
                  <a:pt x="4238636" y="3898794"/>
                  <a:pt x="4243692" y="3868787"/>
                </a:cubicBezTo>
                <a:lnTo>
                  <a:pt x="4244233" y="3862150"/>
                </a:lnTo>
                <a:cubicBezTo>
                  <a:pt x="4244401" y="3862145"/>
                  <a:pt x="4244571" y="3862140"/>
                  <a:pt x="4244738" y="3862087"/>
                </a:cubicBezTo>
                <a:cubicBezTo>
                  <a:pt x="4295015" y="3511992"/>
                  <a:pt x="4576054" y="3233421"/>
                  <a:pt x="4934904" y="3174489"/>
                </a:cubicBezTo>
                <a:lnTo>
                  <a:pt x="4935021" y="3173350"/>
                </a:lnTo>
                <a:cubicBezTo>
                  <a:pt x="4940330" y="3172348"/>
                  <a:pt x="4945658" y="3171407"/>
                  <a:pt x="4951234" y="3171823"/>
                </a:cubicBezTo>
                <a:cubicBezTo>
                  <a:pt x="4982417" y="3166310"/>
                  <a:pt x="5014310" y="3163352"/>
                  <a:pt x="5046695" y="3162829"/>
                </a:cubicBezTo>
                <a:close/>
                <a:moveTo>
                  <a:pt x="3385420" y="3161219"/>
                </a:moveTo>
                <a:lnTo>
                  <a:pt x="3402507" y="3162829"/>
                </a:lnTo>
                <a:cubicBezTo>
                  <a:pt x="3434893" y="3163352"/>
                  <a:pt x="3466785" y="3166310"/>
                  <a:pt x="3497969" y="3171823"/>
                </a:cubicBezTo>
                <a:cubicBezTo>
                  <a:pt x="3503545" y="3171407"/>
                  <a:pt x="3508873" y="3172348"/>
                  <a:pt x="3514181" y="3173350"/>
                </a:cubicBezTo>
                <a:lnTo>
                  <a:pt x="3514298" y="3174489"/>
                </a:lnTo>
                <a:cubicBezTo>
                  <a:pt x="3873149" y="3233421"/>
                  <a:pt x="4154188" y="3511992"/>
                  <a:pt x="4204464" y="3862087"/>
                </a:cubicBezTo>
                <a:cubicBezTo>
                  <a:pt x="4204632" y="3862140"/>
                  <a:pt x="4204801" y="3862145"/>
                  <a:pt x="4204970" y="3862150"/>
                </a:cubicBezTo>
                <a:lnTo>
                  <a:pt x="4205510" y="3868787"/>
                </a:lnTo>
                <a:cubicBezTo>
                  <a:pt x="4210567" y="3898794"/>
                  <a:pt x="4213016" y="3929436"/>
                  <a:pt x="4212974" y="3960518"/>
                </a:cubicBezTo>
                <a:cubicBezTo>
                  <a:pt x="4214286" y="3966104"/>
                  <a:pt x="4214345" y="3971728"/>
                  <a:pt x="4214345" y="3977366"/>
                </a:cubicBezTo>
                <a:cubicBezTo>
                  <a:pt x="4214345" y="3981158"/>
                  <a:pt x="4214318" y="3984944"/>
                  <a:pt x="4213752" y="3988716"/>
                </a:cubicBezTo>
                <a:lnTo>
                  <a:pt x="4213253" y="3988683"/>
                </a:lnTo>
                <a:lnTo>
                  <a:pt x="4213227" y="3989174"/>
                </a:lnTo>
                <a:lnTo>
                  <a:pt x="4196108" y="3987561"/>
                </a:lnTo>
                <a:cubicBezTo>
                  <a:pt x="4163734" y="3987038"/>
                  <a:pt x="4131854" y="3984080"/>
                  <a:pt x="4100682" y="3978570"/>
                </a:cubicBezTo>
                <a:cubicBezTo>
                  <a:pt x="4095105" y="3978986"/>
                  <a:pt x="4089776" y="3978045"/>
                  <a:pt x="4084465" y="3977042"/>
                </a:cubicBezTo>
                <a:lnTo>
                  <a:pt x="4084349" y="3975903"/>
                </a:lnTo>
                <a:cubicBezTo>
                  <a:pt x="3725498" y="3916971"/>
                  <a:pt x="3444459" y="3638399"/>
                  <a:pt x="3394183" y="3288305"/>
                </a:cubicBezTo>
                <a:cubicBezTo>
                  <a:pt x="3394016" y="3288253"/>
                  <a:pt x="3393847" y="3288248"/>
                  <a:pt x="3393678" y="3288243"/>
                </a:cubicBezTo>
                <a:lnTo>
                  <a:pt x="3393139" y="3281619"/>
                </a:lnTo>
                <a:cubicBezTo>
                  <a:pt x="3388081" y="3251607"/>
                  <a:pt x="3385630" y="3220958"/>
                  <a:pt x="3385672" y="3189869"/>
                </a:cubicBezTo>
                <a:cubicBezTo>
                  <a:pt x="3384360" y="3184286"/>
                  <a:pt x="3384302" y="3178663"/>
                  <a:pt x="3384302" y="3173027"/>
                </a:cubicBezTo>
                <a:lnTo>
                  <a:pt x="3384896" y="3161677"/>
                </a:lnTo>
                <a:lnTo>
                  <a:pt x="3385394" y="3161709"/>
                </a:lnTo>
                <a:close/>
                <a:moveTo>
                  <a:pt x="3371632" y="3161219"/>
                </a:moveTo>
                <a:lnTo>
                  <a:pt x="3371658" y="3161709"/>
                </a:lnTo>
                <a:lnTo>
                  <a:pt x="3372156" y="3161677"/>
                </a:lnTo>
                <a:lnTo>
                  <a:pt x="3372750" y="3173027"/>
                </a:lnTo>
                <a:cubicBezTo>
                  <a:pt x="3372750" y="3178663"/>
                  <a:pt x="3372691" y="3184286"/>
                  <a:pt x="3371379" y="3189869"/>
                </a:cubicBezTo>
                <a:cubicBezTo>
                  <a:pt x="3371421" y="3220958"/>
                  <a:pt x="3368971" y="3251607"/>
                  <a:pt x="3363912" y="3281619"/>
                </a:cubicBezTo>
                <a:lnTo>
                  <a:pt x="3363374" y="3288243"/>
                </a:lnTo>
                <a:cubicBezTo>
                  <a:pt x="3363204" y="3288248"/>
                  <a:pt x="3363036" y="3288253"/>
                  <a:pt x="3362868" y="3288305"/>
                </a:cubicBezTo>
                <a:cubicBezTo>
                  <a:pt x="3312593" y="3638399"/>
                  <a:pt x="3031554" y="3916971"/>
                  <a:pt x="2672703" y="3975903"/>
                </a:cubicBezTo>
                <a:lnTo>
                  <a:pt x="2672586" y="3977042"/>
                </a:lnTo>
                <a:cubicBezTo>
                  <a:pt x="2667276" y="3978045"/>
                  <a:pt x="2661947" y="3978986"/>
                  <a:pt x="2656370" y="3978570"/>
                </a:cubicBezTo>
                <a:cubicBezTo>
                  <a:pt x="2625198" y="3984080"/>
                  <a:pt x="2593318" y="3987038"/>
                  <a:pt x="2560943" y="3987561"/>
                </a:cubicBezTo>
                <a:lnTo>
                  <a:pt x="2543825" y="3989174"/>
                </a:lnTo>
                <a:lnTo>
                  <a:pt x="2543799" y="3988683"/>
                </a:lnTo>
                <a:lnTo>
                  <a:pt x="2543300" y="3988716"/>
                </a:lnTo>
                <a:cubicBezTo>
                  <a:pt x="2542734" y="3984944"/>
                  <a:pt x="2542707" y="3981158"/>
                  <a:pt x="2542707" y="3977366"/>
                </a:cubicBezTo>
                <a:cubicBezTo>
                  <a:pt x="2542707" y="3971728"/>
                  <a:pt x="2542765" y="3966104"/>
                  <a:pt x="2544077" y="3960518"/>
                </a:cubicBezTo>
                <a:cubicBezTo>
                  <a:pt x="2544035" y="3929436"/>
                  <a:pt x="2546485" y="3898794"/>
                  <a:pt x="2551541" y="3868787"/>
                </a:cubicBezTo>
                <a:lnTo>
                  <a:pt x="2552082" y="3862150"/>
                </a:lnTo>
                <a:cubicBezTo>
                  <a:pt x="2552250" y="3862145"/>
                  <a:pt x="2552420" y="3862140"/>
                  <a:pt x="2552587" y="3862087"/>
                </a:cubicBezTo>
                <a:cubicBezTo>
                  <a:pt x="2602864" y="3511992"/>
                  <a:pt x="2883903" y="3233421"/>
                  <a:pt x="3242753" y="3174489"/>
                </a:cubicBezTo>
                <a:lnTo>
                  <a:pt x="3242870" y="3173350"/>
                </a:lnTo>
                <a:cubicBezTo>
                  <a:pt x="3248179" y="3172348"/>
                  <a:pt x="3253507" y="3171407"/>
                  <a:pt x="3259083" y="3171823"/>
                </a:cubicBezTo>
                <a:cubicBezTo>
                  <a:pt x="3290266" y="3166310"/>
                  <a:pt x="3322159" y="3163352"/>
                  <a:pt x="3354544" y="3162829"/>
                </a:cubicBezTo>
                <a:close/>
                <a:moveTo>
                  <a:pt x="1693269" y="3161219"/>
                </a:moveTo>
                <a:lnTo>
                  <a:pt x="1710356" y="3162829"/>
                </a:lnTo>
                <a:cubicBezTo>
                  <a:pt x="1742742" y="3163352"/>
                  <a:pt x="1774634" y="3166310"/>
                  <a:pt x="1805818" y="3171823"/>
                </a:cubicBezTo>
                <a:cubicBezTo>
                  <a:pt x="1811394" y="3171407"/>
                  <a:pt x="1816722" y="3172348"/>
                  <a:pt x="1822030" y="3173350"/>
                </a:cubicBezTo>
                <a:lnTo>
                  <a:pt x="1822148" y="3174489"/>
                </a:lnTo>
                <a:cubicBezTo>
                  <a:pt x="2180998" y="3233421"/>
                  <a:pt x="2462037" y="3511992"/>
                  <a:pt x="2512313" y="3862087"/>
                </a:cubicBezTo>
                <a:cubicBezTo>
                  <a:pt x="2512481" y="3862140"/>
                  <a:pt x="2512650" y="3862145"/>
                  <a:pt x="2512819" y="3862150"/>
                </a:cubicBezTo>
                <a:lnTo>
                  <a:pt x="2513359" y="3868787"/>
                </a:lnTo>
                <a:cubicBezTo>
                  <a:pt x="2518416" y="3898794"/>
                  <a:pt x="2520865" y="3929436"/>
                  <a:pt x="2520823" y="3960518"/>
                </a:cubicBezTo>
                <a:cubicBezTo>
                  <a:pt x="2522135" y="3966104"/>
                  <a:pt x="2522194" y="3971728"/>
                  <a:pt x="2522194" y="3977366"/>
                </a:cubicBezTo>
                <a:cubicBezTo>
                  <a:pt x="2522194" y="3981158"/>
                  <a:pt x="2522167" y="3984944"/>
                  <a:pt x="2521601" y="3988716"/>
                </a:cubicBezTo>
                <a:lnTo>
                  <a:pt x="2521102" y="3988683"/>
                </a:lnTo>
                <a:lnTo>
                  <a:pt x="2521076" y="3989174"/>
                </a:lnTo>
                <a:lnTo>
                  <a:pt x="2503957" y="3987561"/>
                </a:lnTo>
                <a:cubicBezTo>
                  <a:pt x="2471583" y="3987038"/>
                  <a:pt x="2439703" y="3984080"/>
                  <a:pt x="2408531" y="3978570"/>
                </a:cubicBezTo>
                <a:cubicBezTo>
                  <a:pt x="2402954" y="3978986"/>
                  <a:pt x="2397625" y="3978045"/>
                  <a:pt x="2392314" y="3977042"/>
                </a:cubicBezTo>
                <a:lnTo>
                  <a:pt x="2392198" y="3975903"/>
                </a:lnTo>
                <a:cubicBezTo>
                  <a:pt x="2033347" y="3916971"/>
                  <a:pt x="1752308" y="3638399"/>
                  <a:pt x="1702032" y="3288305"/>
                </a:cubicBezTo>
                <a:cubicBezTo>
                  <a:pt x="1701865" y="3288253"/>
                  <a:pt x="1701696" y="3288248"/>
                  <a:pt x="1701527" y="3288243"/>
                </a:cubicBezTo>
                <a:lnTo>
                  <a:pt x="1700989" y="3281619"/>
                </a:lnTo>
                <a:cubicBezTo>
                  <a:pt x="1695930" y="3251607"/>
                  <a:pt x="1693479" y="3220958"/>
                  <a:pt x="1693521" y="3189869"/>
                </a:cubicBezTo>
                <a:cubicBezTo>
                  <a:pt x="1692209" y="3184286"/>
                  <a:pt x="1692151" y="3178663"/>
                  <a:pt x="1692151" y="3173027"/>
                </a:cubicBezTo>
                <a:lnTo>
                  <a:pt x="1692745" y="3161677"/>
                </a:lnTo>
                <a:lnTo>
                  <a:pt x="1693243" y="3161709"/>
                </a:lnTo>
                <a:close/>
                <a:moveTo>
                  <a:pt x="1679481" y="3161219"/>
                </a:moveTo>
                <a:lnTo>
                  <a:pt x="1679507" y="3161709"/>
                </a:lnTo>
                <a:lnTo>
                  <a:pt x="1680005" y="3161677"/>
                </a:lnTo>
                <a:lnTo>
                  <a:pt x="1680599" y="3173027"/>
                </a:lnTo>
                <a:cubicBezTo>
                  <a:pt x="1680599" y="3178663"/>
                  <a:pt x="1680540" y="3184286"/>
                  <a:pt x="1679228" y="3189869"/>
                </a:cubicBezTo>
                <a:cubicBezTo>
                  <a:pt x="1679270" y="3220958"/>
                  <a:pt x="1676820" y="3251607"/>
                  <a:pt x="1671761" y="3281619"/>
                </a:cubicBezTo>
                <a:lnTo>
                  <a:pt x="1671223" y="3288243"/>
                </a:lnTo>
                <a:cubicBezTo>
                  <a:pt x="1671053" y="3288248"/>
                  <a:pt x="1670885" y="3288253"/>
                  <a:pt x="1670717" y="3288305"/>
                </a:cubicBezTo>
                <a:cubicBezTo>
                  <a:pt x="1620442" y="3638399"/>
                  <a:pt x="1339403" y="3916971"/>
                  <a:pt x="980552" y="3975903"/>
                </a:cubicBezTo>
                <a:lnTo>
                  <a:pt x="980435" y="3977042"/>
                </a:lnTo>
                <a:cubicBezTo>
                  <a:pt x="975125" y="3978045"/>
                  <a:pt x="969796" y="3978986"/>
                  <a:pt x="964219" y="3978570"/>
                </a:cubicBezTo>
                <a:cubicBezTo>
                  <a:pt x="933047" y="3984080"/>
                  <a:pt x="901167" y="3987038"/>
                  <a:pt x="868792" y="3987561"/>
                </a:cubicBezTo>
                <a:lnTo>
                  <a:pt x="851674" y="3989174"/>
                </a:lnTo>
                <a:lnTo>
                  <a:pt x="851648" y="3988683"/>
                </a:lnTo>
                <a:lnTo>
                  <a:pt x="851149" y="3988716"/>
                </a:lnTo>
                <a:cubicBezTo>
                  <a:pt x="850583" y="3984944"/>
                  <a:pt x="850556" y="3981158"/>
                  <a:pt x="850556" y="3977366"/>
                </a:cubicBezTo>
                <a:cubicBezTo>
                  <a:pt x="850556" y="3971728"/>
                  <a:pt x="850614" y="3966104"/>
                  <a:pt x="851926" y="3960518"/>
                </a:cubicBezTo>
                <a:cubicBezTo>
                  <a:pt x="851884" y="3929436"/>
                  <a:pt x="854334" y="3898794"/>
                  <a:pt x="859390" y="3868787"/>
                </a:cubicBezTo>
                <a:lnTo>
                  <a:pt x="859931" y="3862150"/>
                </a:lnTo>
                <a:cubicBezTo>
                  <a:pt x="860099" y="3862145"/>
                  <a:pt x="860269" y="3862140"/>
                  <a:pt x="860436" y="3862087"/>
                </a:cubicBezTo>
                <a:cubicBezTo>
                  <a:pt x="910713" y="3511992"/>
                  <a:pt x="1191752" y="3233421"/>
                  <a:pt x="1550602" y="3174489"/>
                </a:cubicBezTo>
                <a:lnTo>
                  <a:pt x="1550719" y="3173350"/>
                </a:lnTo>
                <a:cubicBezTo>
                  <a:pt x="1556028" y="3172348"/>
                  <a:pt x="1561356" y="3171407"/>
                  <a:pt x="1566932" y="3171823"/>
                </a:cubicBezTo>
                <a:cubicBezTo>
                  <a:pt x="1598115" y="3166310"/>
                  <a:pt x="1630008" y="3163352"/>
                  <a:pt x="1662393" y="3162829"/>
                </a:cubicBezTo>
                <a:close/>
                <a:moveTo>
                  <a:pt x="1118" y="3161219"/>
                </a:moveTo>
                <a:lnTo>
                  <a:pt x="18205" y="3162829"/>
                </a:lnTo>
                <a:cubicBezTo>
                  <a:pt x="50591" y="3163352"/>
                  <a:pt x="82483" y="3166310"/>
                  <a:pt x="113667" y="3171823"/>
                </a:cubicBezTo>
                <a:cubicBezTo>
                  <a:pt x="119243" y="3171407"/>
                  <a:pt x="124571" y="3172348"/>
                  <a:pt x="129879" y="3173350"/>
                </a:cubicBezTo>
                <a:lnTo>
                  <a:pt x="129997" y="3174489"/>
                </a:lnTo>
                <a:cubicBezTo>
                  <a:pt x="488847" y="3233421"/>
                  <a:pt x="769886" y="3511992"/>
                  <a:pt x="820162" y="3862087"/>
                </a:cubicBezTo>
                <a:cubicBezTo>
                  <a:pt x="820330" y="3862140"/>
                  <a:pt x="820499" y="3862145"/>
                  <a:pt x="820668" y="3862150"/>
                </a:cubicBezTo>
                <a:lnTo>
                  <a:pt x="821208" y="3868787"/>
                </a:lnTo>
                <a:cubicBezTo>
                  <a:pt x="826265" y="3898794"/>
                  <a:pt x="828714" y="3929436"/>
                  <a:pt x="828672" y="3960518"/>
                </a:cubicBezTo>
                <a:cubicBezTo>
                  <a:pt x="829984" y="3966104"/>
                  <a:pt x="830043" y="3971728"/>
                  <a:pt x="830043" y="3977366"/>
                </a:cubicBezTo>
                <a:cubicBezTo>
                  <a:pt x="830043" y="3981158"/>
                  <a:pt x="830016" y="3984944"/>
                  <a:pt x="829450" y="3988716"/>
                </a:cubicBezTo>
                <a:lnTo>
                  <a:pt x="828951" y="3988683"/>
                </a:lnTo>
                <a:lnTo>
                  <a:pt x="828925" y="3989174"/>
                </a:lnTo>
                <a:lnTo>
                  <a:pt x="811806" y="3987561"/>
                </a:lnTo>
                <a:cubicBezTo>
                  <a:pt x="779432" y="3987038"/>
                  <a:pt x="747552" y="3984080"/>
                  <a:pt x="716380" y="3978570"/>
                </a:cubicBezTo>
                <a:cubicBezTo>
                  <a:pt x="710803" y="3978986"/>
                  <a:pt x="705474" y="3978045"/>
                  <a:pt x="700163" y="3977042"/>
                </a:cubicBezTo>
                <a:lnTo>
                  <a:pt x="700047" y="3975903"/>
                </a:lnTo>
                <a:cubicBezTo>
                  <a:pt x="341196" y="3916971"/>
                  <a:pt x="60157" y="3638399"/>
                  <a:pt x="9881" y="3288305"/>
                </a:cubicBezTo>
                <a:cubicBezTo>
                  <a:pt x="9714" y="3288253"/>
                  <a:pt x="9545" y="3288248"/>
                  <a:pt x="9376" y="3288243"/>
                </a:cubicBezTo>
                <a:lnTo>
                  <a:pt x="8837" y="3281619"/>
                </a:lnTo>
                <a:cubicBezTo>
                  <a:pt x="3779" y="3251607"/>
                  <a:pt x="1328" y="3220958"/>
                  <a:pt x="1370" y="3189869"/>
                </a:cubicBezTo>
                <a:cubicBezTo>
                  <a:pt x="58" y="3184286"/>
                  <a:pt x="0" y="3178663"/>
                  <a:pt x="0" y="3173027"/>
                </a:cubicBezTo>
                <a:lnTo>
                  <a:pt x="594" y="3161677"/>
                </a:lnTo>
                <a:lnTo>
                  <a:pt x="1092" y="3161709"/>
                </a:lnTo>
                <a:close/>
                <a:moveTo>
                  <a:pt x="7762529" y="2447425"/>
                </a:moveTo>
                <a:cubicBezTo>
                  <a:pt x="7815805" y="2718331"/>
                  <a:pt x="8030648" y="2933128"/>
                  <a:pt x="8305838" y="2992271"/>
                </a:cubicBezTo>
                <a:cubicBezTo>
                  <a:pt x="8252563" y="2721365"/>
                  <a:pt x="8037719" y="2506568"/>
                  <a:pt x="7762529" y="2447425"/>
                </a:cubicBezTo>
                <a:close/>
                <a:moveTo>
                  <a:pt x="7455280" y="2447425"/>
                </a:moveTo>
                <a:cubicBezTo>
                  <a:pt x="7180090" y="2506568"/>
                  <a:pt x="6965246" y="2721365"/>
                  <a:pt x="6911971" y="2992271"/>
                </a:cubicBezTo>
                <a:cubicBezTo>
                  <a:pt x="7187161" y="2933128"/>
                  <a:pt x="7402004" y="2718331"/>
                  <a:pt x="7455280" y="2447425"/>
                </a:cubicBezTo>
                <a:close/>
                <a:moveTo>
                  <a:pt x="6070378" y="2447425"/>
                </a:moveTo>
                <a:cubicBezTo>
                  <a:pt x="6123654" y="2718331"/>
                  <a:pt x="6338497" y="2933128"/>
                  <a:pt x="6613687" y="2992271"/>
                </a:cubicBezTo>
                <a:cubicBezTo>
                  <a:pt x="6560412" y="2721365"/>
                  <a:pt x="6345568" y="2506568"/>
                  <a:pt x="6070378" y="2447425"/>
                </a:cubicBezTo>
                <a:close/>
                <a:moveTo>
                  <a:pt x="5763129" y="2447425"/>
                </a:moveTo>
                <a:cubicBezTo>
                  <a:pt x="5487939" y="2506568"/>
                  <a:pt x="5273095" y="2721365"/>
                  <a:pt x="5219820" y="2992271"/>
                </a:cubicBezTo>
                <a:cubicBezTo>
                  <a:pt x="5495010" y="2933128"/>
                  <a:pt x="5709853" y="2718331"/>
                  <a:pt x="5763129" y="2447425"/>
                </a:cubicBezTo>
                <a:close/>
                <a:moveTo>
                  <a:pt x="4378227" y="2447425"/>
                </a:moveTo>
                <a:cubicBezTo>
                  <a:pt x="4431503" y="2718331"/>
                  <a:pt x="4646346" y="2933128"/>
                  <a:pt x="4921536" y="2992271"/>
                </a:cubicBezTo>
                <a:cubicBezTo>
                  <a:pt x="4868261" y="2721365"/>
                  <a:pt x="4653417" y="2506568"/>
                  <a:pt x="4378227" y="2447425"/>
                </a:cubicBezTo>
                <a:close/>
                <a:moveTo>
                  <a:pt x="4070978" y="2447425"/>
                </a:moveTo>
                <a:cubicBezTo>
                  <a:pt x="3795788" y="2506568"/>
                  <a:pt x="3580944" y="2721365"/>
                  <a:pt x="3527669" y="2992271"/>
                </a:cubicBezTo>
                <a:cubicBezTo>
                  <a:pt x="3802859" y="2933128"/>
                  <a:pt x="4017702" y="2718331"/>
                  <a:pt x="4070978" y="2447425"/>
                </a:cubicBezTo>
                <a:close/>
                <a:moveTo>
                  <a:pt x="2686076" y="2447425"/>
                </a:moveTo>
                <a:cubicBezTo>
                  <a:pt x="2739352" y="2718331"/>
                  <a:pt x="2954195" y="2933128"/>
                  <a:pt x="3229385" y="2992271"/>
                </a:cubicBezTo>
                <a:cubicBezTo>
                  <a:pt x="3176110" y="2721365"/>
                  <a:pt x="2961266" y="2506568"/>
                  <a:pt x="2686076" y="2447425"/>
                </a:cubicBezTo>
                <a:close/>
                <a:moveTo>
                  <a:pt x="2378827" y="2447425"/>
                </a:moveTo>
                <a:cubicBezTo>
                  <a:pt x="2103637" y="2506568"/>
                  <a:pt x="1888793" y="2721365"/>
                  <a:pt x="1835518" y="2992271"/>
                </a:cubicBezTo>
                <a:cubicBezTo>
                  <a:pt x="2110708" y="2933128"/>
                  <a:pt x="2325551" y="2718331"/>
                  <a:pt x="2378827" y="2447425"/>
                </a:cubicBezTo>
                <a:close/>
                <a:moveTo>
                  <a:pt x="993925" y="2447425"/>
                </a:moveTo>
                <a:cubicBezTo>
                  <a:pt x="1047201" y="2718331"/>
                  <a:pt x="1262044" y="2933128"/>
                  <a:pt x="1537234" y="2992271"/>
                </a:cubicBezTo>
                <a:cubicBezTo>
                  <a:pt x="1483959" y="2721365"/>
                  <a:pt x="1269115" y="2506568"/>
                  <a:pt x="993925" y="2447425"/>
                </a:cubicBezTo>
                <a:close/>
                <a:moveTo>
                  <a:pt x="686676" y="2447425"/>
                </a:moveTo>
                <a:cubicBezTo>
                  <a:pt x="411486" y="2506568"/>
                  <a:pt x="196642" y="2721365"/>
                  <a:pt x="143367" y="2992271"/>
                </a:cubicBezTo>
                <a:cubicBezTo>
                  <a:pt x="418557" y="2933128"/>
                  <a:pt x="633400" y="2718331"/>
                  <a:pt x="686676" y="2447425"/>
                </a:cubicBezTo>
                <a:close/>
                <a:moveTo>
                  <a:pt x="9139239" y="2321311"/>
                </a:moveTo>
                <a:lnTo>
                  <a:pt x="9139239" y="2449820"/>
                </a:lnTo>
                <a:lnTo>
                  <a:pt x="9047261" y="2476706"/>
                </a:lnTo>
                <a:cubicBezTo>
                  <a:pt x="8821055" y="2561144"/>
                  <a:pt x="8650738" y="2755228"/>
                  <a:pt x="8604122" y="2992271"/>
                </a:cubicBezTo>
                <a:cubicBezTo>
                  <a:pt x="8844913" y="2940521"/>
                  <a:pt x="9039501" y="2769598"/>
                  <a:pt x="9120077" y="2546190"/>
                </a:cubicBezTo>
                <a:lnTo>
                  <a:pt x="9139239" y="2477003"/>
                </a:lnTo>
                <a:lnTo>
                  <a:pt x="9139239" y="2782562"/>
                </a:lnTo>
                <a:lnTo>
                  <a:pt x="9135069" y="2789374"/>
                </a:lnTo>
                <a:cubicBezTo>
                  <a:pt x="9008919" y="2963003"/>
                  <a:pt x="8815033" y="3086603"/>
                  <a:pt x="8590751" y="3123727"/>
                </a:cubicBezTo>
                <a:lnTo>
                  <a:pt x="8590635" y="3124875"/>
                </a:lnTo>
                <a:cubicBezTo>
                  <a:pt x="8585324" y="3125886"/>
                  <a:pt x="8579995" y="3126834"/>
                  <a:pt x="8574418" y="3126415"/>
                </a:cubicBezTo>
                <a:cubicBezTo>
                  <a:pt x="8543246" y="3131969"/>
                  <a:pt x="8511366" y="3134950"/>
                  <a:pt x="8478991" y="3135477"/>
                </a:cubicBezTo>
                <a:lnTo>
                  <a:pt x="8461873" y="3137103"/>
                </a:lnTo>
                <a:lnTo>
                  <a:pt x="8461847" y="3136608"/>
                </a:lnTo>
                <a:lnTo>
                  <a:pt x="8461348" y="3136641"/>
                </a:lnTo>
                <a:cubicBezTo>
                  <a:pt x="8460782" y="3132839"/>
                  <a:pt x="8460755" y="3129023"/>
                  <a:pt x="8460755" y="3125201"/>
                </a:cubicBezTo>
                <a:cubicBezTo>
                  <a:pt x="8460755" y="3119519"/>
                  <a:pt x="8460814" y="3113850"/>
                  <a:pt x="8462126" y="3108220"/>
                </a:cubicBezTo>
                <a:cubicBezTo>
                  <a:pt x="8462083" y="3076892"/>
                  <a:pt x="8464533" y="3046007"/>
                  <a:pt x="8469590" y="3015763"/>
                </a:cubicBezTo>
                <a:lnTo>
                  <a:pt x="8470130" y="3009073"/>
                </a:lnTo>
                <a:cubicBezTo>
                  <a:pt x="8470299" y="3009068"/>
                  <a:pt x="8470468" y="3009063"/>
                  <a:pt x="8470636" y="3009010"/>
                </a:cubicBezTo>
                <a:cubicBezTo>
                  <a:pt x="8514628" y="2700252"/>
                  <a:pt x="8735297" y="2446688"/>
                  <a:pt x="9030178" y="2348329"/>
                </a:cubicBezTo>
                <a:close/>
                <a:moveTo>
                  <a:pt x="7620280" y="2302594"/>
                </a:moveTo>
                <a:lnTo>
                  <a:pt x="7637367" y="2304217"/>
                </a:lnTo>
                <a:cubicBezTo>
                  <a:pt x="7669753" y="2304744"/>
                  <a:pt x="7701646" y="2307725"/>
                  <a:pt x="7732829" y="2313282"/>
                </a:cubicBezTo>
                <a:cubicBezTo>
                  <a:pt x="7738405" y="2312863"/>
                  <a:pt x="7743733" y="2313811"/>
                  <a:pt x="7749042" y="2314821"/>
                </a:cubicBezTo>
                <a:lnTo>
                  <a:pt x="7749159" y="2315969"/>
                </a:lnTo>
                <a:cubicBezTo>
                  <a:pt x="8108009" y="2375367"/>
                  <a:pt x="8389048" y="2656144"/>
                  <a:pt x="8439324" y="3009010"/>
                </a:cubicBezTo>
                <a:cubicBezTo>
                  <a:pt x="8439492" y="3009063"/>
                  <a:pt x="8439661" y="3009068"/>
                  <a:pt x="8439830" y="3009073"/>
                </a:cubicBezTo>
                <a:lnTo>
                  <a:pt x="8440370" y="3015763"/>
                </a:lnTo>
                <a:cubicBezTo>
                  <a:pt x="8445427" y="3046007"/>
                  <a:pt x="8447877" y="3076892"/>
                  <a:pt x="8447834" y="3108220"/>
                </a:cubicBezTo>
                <a:cubicBezTo>
                  <a:pt x="8449146" y="3113850"/>
                  <a:pt x="8449205" y="3119519"/>
                  <a:pt x="8449205" y="3125201"/>
                </a:cubicBezTo>
                <a:cubicBezTo>
                  <a:pt x="8449205" y="3129023"/>
                  <a:pt x="8449178" y="3132839"/>
                  <a:pt x="8448612" y="3136641"/>
                </a:cubicBezTo>
                <a:lnTo>
                  <a:pt x="8448113" y="3136608"/>
                </a:lnTo>
                <a:lnTo>
                  <a:pt x="8448087" y="3137103"/>
                </a:lnTo>
                <a:lnTo>
                  <a:pt x="8430969" y="3135477"/>
                </a:lnTo>
                <a:cubicBezTo>
                  <a:pt x="8398594" y="3134950"/>
                  <a:pt x="8366714" y="3131969"/>
                  <a:pt x="8335542" y="3126415"/>
                </a:cubicBezTo>
                <a:cubicBezTo>
                  <a:pt x="8329965" y="3126834"/>
                  <a:pt x="8324636" y="3125886"/>
                  <a:pt x="8319325" y="3124875"/>
                </a:cubicBezTo>
                <a:lnTo>
                  <a:pt x="8319209" y="3123727"/>
                </a:lnTo>
                <a:cubicBezTo>
                  <a:pt x="7960358" y="3064328"/>
                  <a:pt x="7679319" y="2783551"/>
                  <a:pt x="7629044" y="2430686"/>
                </a:cubicBezTo>
                <a:cubicBezTo>
                  <a:pt x="7628876" y="2430633"/>
                  <a:pt x="7628708" y="2430628"/>
                  <a:pt x="7628538" y="2430623"/>
                </a:cubicBezTo>
                <a:lnTo>
                  <a:pt x="7628000" y="2423947"/>
                </a:lnTo>
                <a:cubicBezTo>
                  <a:pt x="7622941" y="2393697"/>
                  <a:pt x="7620490" y="2362806"/>
                  <a:pt x="7620533" y="2331471"/>
                </a:cubicBezTo>
                <a:cubicBezTo>
                  <a:pt x="7619221" y="2325843"/>
                  <a:pt x="7619162" y="2320176"/>
                  <a:pt x="7619162" y="2314495"/>
                </a:cubicBezTo>
                <a:lnTo>
                  <a:pt x="7619756" y="2303055"/>
                </a:lnTo>
                <a:lnTo>
                  <a:pt x="7620254" y="2303088"/>
                </a:lnTo>
                <a:close/>
                <a:moveTo>
                  <a:pt x="7597529" y="2302594"/>
                </a:moveTo>
                <a:lnTo>
                  <a:pt x="7597555" y="2303088"/>
                </a:lnTo>
                <a:lnTo>
                  <a:pt x="7598053" y="2303055"/>
                </a:lnTo>
                <a:lnTo>
                  <a:pt x="7598647" y="2314495"/>
                </a:lnTo>
                <a:cubicBezTo>
                  <a:pt x="7598647" y="2320176"/>
                  <a:pt x="7598588" y="2325843"/>
                  <a:pt x="7597276" y="2331471"/>
                </a:cubicBezTo>
                <a:cubicBezTo>
                  <a:pt x="7597319" y="2362806"/>
                  <a:pt x="7594868" y="2393697"/>
                  <a:pt x="7589809" y="2423947"/>
                </a:cubicBezTo>
                <a:lnTo>
                  <a:pt x="7589271" y="2430623"/>
                </a:lnTo>
                <a:cubicBezTo>
                  <a:pt x="7589101" y="2430628"/>
                  <a:pt x="7588933" y="2430633"/>
                  <a:pt x="7588765" y="2430686"/>
                </a:cubicBezTo>
                <a:cubicBezTo>
                  <a:pt x="7538490" y="2783551"/>
                  <a:pt x="7257451" y="3064328"/>
                  <a:pt x="6898600" y="3123727"/>
                </a:cubicBezTo>
                <a:lnTo>
                  <a:pt x="6898484" y="3124875"/>
                </a:lnTo>
                <a:cubicBezTo>
                  <a:pt x="6893173" y="3125886"/>
                  <a:pt x="6887844" y="3126834"/>
                  <a:pt x="6882267" y="3126415"/>
                </a:cubicBezTo>
                <a:cubicBezTo>
                  <a:pt x="6851095" y="3131969"/>
                  <a:pt x="6819215" y="3134950"/>
                  <a:pt x="6786841" y="3135477"/>
                </a:cubicBezTo>
                <a:lnTo>
                  <a:pt x="6769722" y="3137103"/>
                </a:lnTo>
                <a:lnTo>
                  <a:pt x="6769696" y="3136608"/>
                </a:lnTo>
                <a:lnTo>
                  <a:pt x="6769197" y="3136641"/>
                </a:lnTo>
                <a:cubicBezTo>
                  <a:pt x="6768631" y="3132839"/>
                  <a:pt x="6768604" y="3129023"/>
                  <a:pt x="6768604" y="3125201"/>
                </a:cubicBezTo>
                <a:cubicBezTo>
                  <a:pt x="6768604" y="3119519"/>
                  <a:pt x="6768663" y="3113850"/>
                  <a:pt x="6769975" y="3108220"/>
                </a:cubicBezTo>
                <a:cubicBezTo>
                  <a:pt x="6769933" y="3076892"/>
                  <a:pt x="6772382" y="3046007"/>
                  <a:pt x="6777439" y="3015763"/>
                </a:cubicBezTo>
                <a:lnTo>
                  <a:pt x="6777979" y="3009073"/>
                </a:lnTo>
                <a:cubicBezTo>
                  <a:pt x="6778148" y="3009068"/>
                  <a:pt x="6778317" y="3009063"/>
                  <a:pt x="6778485" y="3009010"/>
                </a:cubicBezTo>
                <a:cubicBezTo>
                  <a:pt x="6828761" y="2656144"/>
                  <a:pt x="7109800" y="2375367"/>
                  <a:pt x="7468650" y="2315969"/>
                </a:cubicBezTo>
                <a:lnTo>
                  <a:pt x="7468767" y="2314821"/>
                </a:lnTo>
                <a:cubicBezTo>
                  <a:pt x="7474076" y="2313811"/>
                  <a:pt x="7479404" y="2312863"/>
                  <a:pt x="7484980" y="2313282"/>
                </a:cubicBezTo>
                <a:cubicBezTo>
                  <a:pt x="7516163" y="2307725"/>
                  <a:pt x="7548056" y="2304744"/>
                  <a:pt x="7580442" y="2304217"/>
                </a:cubicBezTo>
                <a:close/>
                <a:moveTo>
                  <a:pt x="5928129" y="2302594"/>
                </a:moveTo>
                <a:lnTo>
                  <a:pt x="5945217" y="2304217"/>
                </a:lnTo>
                <a:cubicBezTo>
                  <a:pt x="5977602" y="2304744"/>
                  <a:pt x="6009495" y="2307725"/>
                  <a:pt x="6040678" y="2313282"/>
                </a:cubicBezTo>
                <a:cubicBezTo>
                  <a:pt x="6046254" y="2312863"/>
                  <a:pt x="6051582" y="2313811"/>
                  <a:pt x="6056891" y="2314821"/>
                </a:cubicBezTo>
                <a:lnTo>
                  <a:pt x="6057008" y="2315969"/>
                </a:lnTo>
                <a:cubicBezTo>
                  <a:pt x="6415858" y="2375367"/>
                  <a:pt x="6696897" y="2656144"/>
                  <a:pt x="6747174" y="3009010"/>
                </a:cubicBezTo>
                <a:cubicBezTo>
                  <a:pt x="6747341" y="3009063"/>
                  <a:pt x="6747511" y="3009068"/>
                  <a:pt x="6747679" y="3009073"/>
                </a:cubicBezTo>
                <a:lnTo>
                  <a:pt x="6748220" y="3015763"/>
                </a:lnTo>
                <a:cubicBezTo>
                  <a:pt x="6753276" y="3046007"/>
                  <a:pt x="6755726" y="3076892"/>
                  <a:pt x="6755684" y="3108220"/>
                </a:cubicBezTo>
                <a:cubicBezTo>
                  <a:pt x="6756996" y="3113850"/>
                  <a:pt x="6757054" y="3119519"/>
                  <a:pt x="6757054" y="3125201"/>
                </a:cubicBezTo>
                <a:cubicBezTo>
                  <a:pt x="6757054" y="3129023"/>
                  <a:pt x="6757027" y="3132839"/>
                  <a:pt x="6756461" y="3136641"/>
                </a:cubicBezTo>
                <a:lnTo>
                  <a:pt x="6755962" y="3136608"/>
                </a:lnTo>
                <a:lnTo>
                  <a:pt x="6755936" y="3137103"/>
                </a:lnTo>
                <a:lnTo>
                  <a:pt x="6738818" y="3135477"/>
                </a:lnTo>
                <a:cubicBezTo>
                  <a:pt x="6706444" y="3134950"/>
                  <a:pt x="6674563" y="3131969"/>
                  <a:pt x="6643391" y="3126415"/>
                </a:cubicBezTo>
                <a:cubicBezTo>
                  <a:pt x="6637814" y="3126834"/>
                  <a:pt x="6632485" y="3125886"/>
                  <a:pt x="6627175" y="3124875"/>
                </a:cubicBezTo>
                <a:lnTo>
                  <a:pt x="6627059" y="3123727"/>
                </a:lnTo>
                <a:cubicBezTo>
                  <a:pt x="6268207" y="3064328"/>
                  <a:pt x="5987168" y="2783551"/>
                  <a:pt x="5936893" y="2430686"/>
                </a:cubicBezTo>
                <a:cubicBezTo>
                  <a:pt x="5936725" y="2430633"/>
                  <a:pt x="5936557" y="2430628"/>
                  <a:pt x="5936387" y="2430623"/>
                </a:cubicBezTo>
                <a:lnTo>
                  <a:pt x="5935849" y="2423947"/>
                </a:lnTo>
                <a:cubicBezTo>
                  <a:pt x="5930790" y="2393697"/>
                  <a:pt x="5928340" y="2362806"/>
                  <a:pt x="5928382" y="2331471"/>
                </a:cubicBezTo>
                <a:cubicBezTo>
                  <a:pt x="5927070" y="2325843"/>
                  <a:pt x="5927011" y="2320176"/>
                  <a:pt x="5927011" y="2314495"/>
                </a:cubicBezTo>
                <a:lnTo>
                  <a:pt x="5927605" y="2303055"/>
                </a:lnTo>
                <a:lnTo>
                  <a:pt x="5928103" y="2303088"/>
                </a:lnTo>
                <a:close/>
                <a:moveTo>
                  <a:pt x="5905378" y="2302594"/>
                </a:moveTo>
                <a:lnTo>
                  <a:pt x="5905404" y="2303088"/>
                </a:lnTo>
                <a:lnTo>
                  <a:pt x="5905902" y="2303055"/>
                </a:lnTo>
                <a:lnTo>
                  <a:pt x="5906496" y="2314495"/>
                </a:lnTo>
                <a:cubicBezTo>
                  <a:pt x="5906496" y="2320176"/>
                  <a:pt x="5906438" y="2325843"/>
                  <a:pt x="5905126" y="2331471"/>
                </a:cubicBezTo>
                <a:cubicBezTo>
                  <a:pt x="5905168" y="2362806"/>
                  <a:pt x="5902717" y="2393697"/>
                  <a:pt x="5897659" y="2423947"/>
                </a:cubicBezTo>
                <a:lnTo>
                  <a:pt x="5897120" y="2430623"/>
                </a:lnTo>
                <a:cubicBezTo>
                  <a:pt x="5896951" y="2430628"/>
                  <a:pt x="5896782" y="2430633"/>
                  <a:pt x="5896615" y="2430686"/>
                </a:cubicBezTo>
                <a:cubicBezTo>
                  <a:pt x="5846339" y="2783551"/>
                  <a:pt x="5565300" y="3064328"/>
                  <a:pt x="5206449" y="3123727"/>
                </a:cubicBezTo>
                <a:lnTo>
                  <a:pt x="5206334" y="3124875"/>
                </a:lnTo>
                <a:cubicBezTo>
                  <a:pt x="5201022" y="3125886"/>
                  <a:pt x="5195693" y="3126834"/>
                  <a:pt x="5190116" y="3126415"/>
                </a:cubicBezTo>
                <a:cubicBezTo>
                  <a:pt x="5158944" y="3131969"/>
                  <a:pt x="5127065" y="3134950"/>
                  <a:pt x="5094690" y="3135477"/>
                </a:cubicBezTo>
                <a:lnTo>
                  <a:pt x="5077571" y="3137103"/>
                </a:lnTo>
                <a:lnTo>
                  <a:pt x="5077545" y="3136608"/>
                </a:lnTo>
                <a:lnTo>
                  <a:pt x="5077046" y="3136641"/>
                </a:lnTo>
                <a:cubicBezTo>
                  <a:pt x="5076480" y="3132839"/>
                  <a:pt x="5076453" y="3129023"/>
                  <a:pt x="5076453" y="3125201"/>
                </a:cubicBezTo>
                <a:cubicBezTo>
                  <a:pt x="5076453" y="3119519"/>
                  <a:pt x="5076512" y="3113850"/>
                  <a:pt x="5077824" y="3108220"/>
                </a:cubicBezTo>
                <a:cubicBezTo>
                  <a:pt x="5077782" y="3076892"/>
                  <a:pt x="5080231" y="3046007"/>
                  <a:pt x="5085288" y="3015763"/>
                </a:cubicBezTo>
                <a:lnTo>
                  <a:pt x="5085828" y="3009073"/>
                </a:lnTo>
                <a:cubicBezTo>
                  <a:pt x="5085997" y="3009068"/>
                  <a:pt x="5086166" y="3009063"/>
                  <a:pt x="5086334" y="3009010"/>
                </a:cubicBezTo>
                <a:cubicBezTo>
                  <a:pt x="5136610" y="2656144"/>
                  <a:pt x="5417649" y="2375367"/>
                  <a:pt x="5776501" y="2315969"/>
                </a:cubicBezTo>
                <a:lnTo>
                  <a:pt x="5776617" y="2314821"/>
                </a:lnTo>
                <a:cubicBezTo>
                  <a:pt x="5781926" y="2313811"/>
                  <a:pt x="5787253" y="2312863"/>
                  <a:pt x="5792829" y="2313282"/>
                </a:cubicBezTo>
                <a:cubicBezTo>
                  <a:pt x="5824013" y="2307725"/>
                  <a:pt x="5855905" y="2304744"/>
                  <a:pt x="5888291" y="2304217"/>
                </a:cubicBezTo>
                <a:close/>
                <a:moveTo>
                  <a:pt x="4235979" y="2302594"/>
                </a:moveTo>
                <a:lnTo>
                  <a:pt x="4253065" y="2304217"/>
                </a:lnTo>
                <a:cubicBezTo>
                  <a:pt x="4285451" y="2304744"/>
                  <a:pt x="4317343" y="2307725"/>
                  <a:pt x="4348528" y="2313282"/>
                </a:cubicBezTo>
                <a:cubicBezTo>
                  <a:pt x="4354104" y="2312863"/>
                  <a:pt x="4359431" y="2313811"/>
                  <a:pt x="4364739" y="2314821"/>
                </a:cubicBezTo>
                <a:lnTo>
                  <a:pt x="4364856" y="2315969"/>
                </a:lnTo>
                <a:cubicBezTo>
                  <a:pt x="4723707" y="2375367"/>
                  <a:pt x="5004746" y="2656144"/>
                  <a:pt x="5055022" y="3009010"/>
                </a:cubicBezTo>
                <a:cubicBezTo>
                  <a:pt x="5055190" y="3009063"/>
                  <a:pt x="5055359" y="3009068"/>
                  <a:pt x="5055528" y="3009073"/>
                </a:cubicBezTo>
                <a:lnTo>
                  <a:pt x="5056068" y="3015763"/>
                </a:lnTo>
                <a:cubicBezTo>
                  <a:pt x="5061125" y="3046007"/>
                  <a:pt x="5063574" y="3076892"/>
                  <a:pt x="5063532" y="3108220"/>
                </a:cubicBezTo>
                <a:cubicBezTo>
                  <a:pt x="5064844" y="3113850"/>
                  <a:pt x="5064903" y="3119519"/>
                  <a:pt x="5064903" y="3125201"/>
                </a:cubicBezTo>
                <a:cubicBezTo>
                  <a:pt x="5064903" y="3129023"/>
                  <a:pt x="5064876" y="3132839"/>
                  <a:pt x="5064310" y="3136641"/>
                </a:cubicBezTo>
                <a:lnTo>
                  <a:pt x="5063811" y="3136608"/>
                </a:lnTo>
                <a:lnTo>
                  <a:pt x="5063785" y="3137103"/>
                </a:lnTo>
                <a:lnTo>
                  <a:pt x="5046666" y="3135477"/>
                </a:lnTo>
                <a:cubicBezTo>
                  <a:pt x="5014292" y="3134950"/>
                  <a:pt x="4982412" y="3131969"/>
                  <a:pt x="4951241" y="3126415"/>
                </a:cubicBezTo>
                <a:cubicBezTo>
                  <a:pt x="4945663" y="3126834"/>
                  <a:pt x="4940334" y="3125886"/>
                  <a:pt x="4935023" y="3124875"/>
                </a:cubicBezTo>
                <a:lnTo>
                  <a:pt x="4934907" y="3123727"/>
                </a:lnTo>
                <a:cubicBezTo>
                  <a:pt x="4576056" y="3064328"/>
                  <a:pt x="4295017" y="2783551"/>
                  <a:pt x="4244741" y="2430686"/>
                </a:cubicBezTo>
                <a:cubicBezTo>
                  <a:pt x="4244574" y="2430633"/>
                  <a:pt x="4244405" y="2430628"/>
                  <a:pt x="4244236" y="2430623"/>
                </a:cubicBezTo>
                <a:lnTo>
                  <a:pt x="4243697" y="2423947"/>
                </a:lnTo>
                <a:cubicBezTo>
                  <a:pt x="4238639" y="2393697"/>
                  <a:pt x="4236188" y="2362806"/>
                  <a:pt x="4236230" y="2331471"/>
                </a:cubicBezTo>
                <a:cubicBezTo>
                  <a:pt x="4234918" y="2325843"/>
                  <a:pt x="4234860" y="2320176"/>
                  <a:pt x="4234860" y="2314495"/>
                </a:cubicBezTo>
                <a:lnTo>
                  <a:pt x="4235454" y="2303055"/>
                </a:lnTo>
                <a:lnTo>
                  <a:pt x="4235952" y="2303088"/>
                </a:lnTo>
                <a:close/>
                <a:moveTo>
                  <a:pt x="4213227" y="2302594"/>
                </a:moveTo>
                <a:lnTo>
                  <a:pt x="4213253" y="2303088"/>
                </a:lnTo>
                <a:lnTo>
                  <a:pt x="4213751" y="2303055"/>
                </a:lnTo>
                <a:lnTo>
                  <a:pt x="4214345" y="2314495"/>
                </a:lnTo>
                <a:cubicBezTo>
                  <a:pt x="4214345" y="2320176"/>
                  <a:pt x="4214286" y="2325843"/>
                  <a:pt x="4212974" y="2331471"/>
                </a:cubicBezTo>
                <a:cubicBezTo>
                  <a:pt x="4213016" y="2362806"/>
                  <a:pt x="4210566" y="2393697"/>
                  <a:pt x="4205507" y="2423947"/>
                </a:cubicBezTo>
                <a:lnTo>
                  <a:pt x="4204969" y="2430623"/>
                </a:lnTo>
                <a:cubicBezTo>
                  <a:pt x="4204799" y="2430628"/>
                  <a:pt x="4204631" y="2430633"/>
                  <a:pt x="4204463" y="2430686"/>
                </a:cubicBezTo>
                <a:cubicBezTo>
                  <a:pt x="4154188" y="2783551"/>
                  <a:pt x="3873149" y="3064328"/>
                  <a:pt x="3514297" y="3123727"/>
                </a:cubicBezTo>
                <a:lnTo>
                  <a:pt x="3514181" y="3124875"/>
                </a:lnTo>
                <a:cubicBezTo>
                  <a:pt x="3508871" y="3125886"/>
                  <a:pt x="3503542" y="3126834"/>
                  <a:pt x="3497965" y="3126415"/>
                </a:cubicBezTo>
                <a:cubicBezTo>
                  <a:pt x="3466793" y="3131969"/>
                  <a:pt x="3434912" y="3134950"/>
                  <a:pt x="3402538" y="3135477"/>
                </a:cubicBezTo>
                <a:lnTo>
                  <a:pt x="3385420" y="3137103"/>
                </a:lnTo>
                <a:lnTo>
                  <a:pt x="3385394" y="3136608"/>
                </a:lnTo>
                <a:lnTo>
                  <a:pt x="3384895" y="3136641"/>
                </a:lnTo>
                <a:cubicBezTo>
                  <a:pt x="3384329" y="3132839"/>
                  <a:pt x="3384302" y="3129023"/>
                  <a:pt x="3384302" y="3125201"/>
                </a:cubicBezTo>
                <a:cubicBezTo>
                  <a:pt x="3384302" y="3119519"/>
                  <a:pt x="3384360" y="3113850"/>
                  <a:pt x="3385672" y="3108220"/>
                </a:cubicBezTo>
                <a:cubicBezTo>
                  <a:pt x="3385630" y="3076892"/>
                  <a:pt x="3388080" y="3046007"/>
                  <a:pt x="3393136" y="3015763"/>
                </a:cubicBezTo>
                <a:lnTo>
                  <a:pt x="3393677" y="3009073"/>
                </a:lnTo>
                <a:cubicBezTo>
                  <a:pt x="3393845" y="3009068"/>
                  <a:pt x="3394015" y="3009063"/>
                  <a:pt x="3394182" y="3009010"/>
                </a:cubicBezTo>
                <a:cubicBezTo>
                  <a:pt x="3444459" y="2656144"/>
                  <a:pt x="3725498" y="2375367"/>
                  <a:pt x="4084348" y="2315969"/>
                </a:cubicBezTo>
                <a:lnTo>
                  <a:pt x="4084465" y="2314821"/>
                </a:lnTo>
                <a:cubicBezTo>
                  <a:pt x="4089774" y="2313811"/>
                  <a:pt x="4095102" y="2312863"/>
                  <a:pt x="4100678" y="2313282"/>
                </a:cubicBezTo>
                <a:cubicBezTo>
                  <a:pt x="4131861" y="2307725"/>
                  <a:pt x="4163754" y="2304744"/>
                  <a:pt x="4196139" y="2304217"/>
                </a:cubicBezTo>
                <a:close/>
                <a:moveTo>
                  <a:pt x="2543827" y="2302594"/>
                </a:moveTo>
                <a:lnTo>
                  <a:pt x="2560914" y="2304217"/>
                </a:lnTo>
                <a:cubicBezTo>
                  <a:pt x="2593300" y="2304744"/>
                  <a:pt x="2625192" y="2307725"/>
                  <a:pt x="2656376" y="2313282"/>
                </a:cubicBezTo>
                <a:cubicBezTo>
                  <a:pt x="2661952" y="2312863"/>
                  <a:pt x="2667280" y="2313811"/>
                  <a:pt x="2672588" y="2314821"/>
                </a:cubicBezTo>
                <a:lnTo>
                  <a:pt x="2672706" y="2315969"/>
                </a:lnTo>
                <a:cubicBezTo>
                  <a:pt x="3031556" y="2375367"/>
                  <a:pt x="3312595" y="2656144"/>
                  <a:pt x="3362871" y="3009010"/>
                </a:cubicBezTo>
                <a:cubicBezTo>
                  <a:pt x="3363039" y="3009063"/>
                  <a:pt x="3363208" y="3009068"/>
                  <a:pt x="3363377" y="3009073"/>
                </a:cubicBezTo>
                <a:lnTo>
                  <a:pt x="3363917" y="3015763"/>
                </a:lnTo>
                <a:cubicBezTo>
                  <a:pt x="3368974" y="3046007"/>
                  <a:pt x="3371423" y="3076892"/>
                  <a:pt x="3371381" y="3108220"/>
                </a:cubicBezTo>
                <a:cubicBezTo>
                  <a:pt x="3372693" y="3113850"/>
                  <a:pt x="3372752" y="3119519"/>
                  <a:pt x="3372752" y="3125201"/>
                </a:cubicBezTo>
                <a:cubicBezTo>
                  <a:pt x="3372752" y="3129023"/>
                  <a:pt x="3372725" y="3132839"/>
                  <a:pt x="3372159" y="3136641"/>
                </a:cubicBezTo>
                <a:lnTo>
                  <a:pt x="3371660" y="3136608"/>
                </a:lnTo>
                <a:lnTo>
                  <a:pt x="3371634" y="3137103"/>
                </a:lnTo>
                <a:lnTo>
                  <a:pt x="3354515" y="3135477"/>
                </a:lnTo>
                <a:cubicBezTo>
                  <a:pt x="3322141" y="3134950"/>
                  <a:pt x="3290261" y="3131969"/>
                  <a:pt x="3259089" y="3126415"/>
                </a:cubicBezTo>
                <a:cubicBezTo>
                  <a:pt x="3253512" y="3126834"/>
                  <a:pt x="3248183" y="3125886"/>
                  <a:pt x="3242872" y="3124875"/>
                </a:cubicBezTo>
                <a:lnTo>
                  <a:pt x="3242756" y="3123727"/>
                </a:lnTo>
                <a:cubicBezTo>
                  <a:pt x="2883905" y="3064328"/>
                  <a:pt x="2602866" y="2783551"/>
                  <a:pt x="2552590" y="2430686"/>
                </a:cubicBezTo>
                <a:cubicBezTo>
                  <a:pt x="2552423" y="2430633"/>
                  <a:pt x="2552254" y="2430628"/>
                  <a:pt x="2552085" y="2430623"/>
                </a:cubicBezTo>
                <a:lnTo>
                  <a:pt x="2551547" y="2423947"/>
                </a:lnTo>
                <a:cubicBezTo>
                  <a:pt x="2546488" y="2393697"/>
                  <a:pt x="2544037" y="2362806"/>
                  <a:pt x="2544079" y="2331471"/>
                </a:cubicBezTo>
                <a:cubicBezTo>
                  <a:pt x="2542767" y="2325843"/>
                  <a:pt x="2542709" y="2320176"/>
                  <a:pt x="2542709" y="2314495"/>
                </a:cubicBezTo>
                <a:lnTo>
                  <a:pt x="2543303" y="2303055"/>
                </a:lnTo>
                <a:lnTo>
                  <a:pt x="2543801" y="2303088"/>
                </a:lnTo>
                <a:close/>
                <a:moveTo>
                  <a:pt x="2521076" y="2302594"/>
                </a:moveTo>
                <a:lnTo>
                  <a:pt x="2521102" y="2303088"/>
                </a:lnTo>
                <a:lnTo>
                  <a:pt x="2521600" y="2303055"/>
                </a:lnTo>
                <a:lnTo>
                  <a:pt x="2522194" y="2314495"/>
                </a:lnTo>
                <a:cubicBezTo>
                  <a:pt x="2522194" y="2320176"/>
                  <a:pt x="2522135" y="2325843"/>
                  <a:pt x="2520823" y="2331471"/>
                </a:cubicBezTo>
                <a:cubicBezTo>
                  <a:pt x="2520865" y="2362806"/>
                  <a:pt x="2518415" y="2393697"/>
                  <a:pt x="2513356" y="2423947"/>
                </a:cubicBezTo>
                <a:lnTo>
                  <a:pt x="2512818" y="2430623"/>
                </a:lnTo>
                <a:cubicBezTo>
                  <a:pt x="2512648" y="2430628"/>
                  <a:pt x="2512480" y="2430633"/>
                  <a:pt x="2512312" y="2430686"/>
                </a:cubicBezTo>
                <a:cubicBezTo>
                  <a:pt x="2462037" y="2783551"/>
                  <a:pt x="2180998" y="3064328"/>
                  <a:pt x="1822147" y="3123727"/>
                </a:cubicBezTo>
                <a:lnTo>
                  <a:pt x="1822030" y="3124875"/>
                </a:lnTo>
                <a:cubicBezTo>
                  <a:pt x="1816720" y="3125886"/>
                  <a:pt x="1811391" y="3126834"/>
                  <a:pt x="1805814" y="3126415"/>
                </a:cubicBezTo>
                <a:cubicBezTo>
                  <a:pt x="1774642" y="3131969"/>
                  <a:pt x="1742762" y="3134950"/>
                  <a:pt x="1710387" y="3135477"/>
                </a:cubicBezTo>
                <a:lnTo>
                  <a:pt x="1693269" y="3137103"/>
                </a:lnTo>
                <a:lnTo>
                  <a:pt x="1693243" y="3136608"/>
                </a:lnTo>
                <a:lnTo>
                  <a:pt x="1692744" y="3136641"/>
                </a:lnTo>
                <a:cubicBezTo>
                  <a:pt x="1692178" y="3132839"/>
                  <a:pt x="1692151" y="3129023"/>
                  <a:pt x="1692151" y="3125201"/>
                </a:cubicBezTo>
                <a:cubicBezTo>
                  <a:pt x="1692151" y="3119519"/>
                  <a:pt x="1692209" y="3113850"/>
                  <a:pt x="1693521" y="3108220"/>
                </a:cubicBezTo>
                <a:cubicBezTo>
                  <a:pt x="1693479" y="3076892"/>
                  <a:pt x="1695929" y="3046007"/>
                  <a:pt x="1700985" y="3015763"/>
                </a:cubicBezTo>
                <a:lnTo>
                  <a:pt x="1701526" y="3009073"/>
                </a:lnTo>
                <a:cubicBezTo>
                  <a:pt x="1701694" y="3009068"/>
                  <a:pt x="1701864" y="3009063"/>
                  <a:pt x="1702031" y="3009010"/>
                </a:cubicBezTo>
                <a:cubicBezTo>
                  <a:pt x="1752308" y="2656144"/>
                  <a:pt x="2033347" y="2375367"/>
                  <a:pt x="2392197" y="2315969"/>
                </a:cubicBezTo>
                <a:lnTo>
                  <a:pt x="2392314" y="2314821"/>
                </a:lnTo>
                <a:cubicBezTo>
                  <a:pt x="2397623" y="2313811"/>
                  <a:pt x="2402951" y="2312863"/>
                  <a:pt x="2408527" y="2313282"/>
                </a:cubicBezTo>
                <a:cubicBezTo>
                  <a:pt x="2439710" y="2307725"/>
                  <a:pt x="2471603" y="2304744"/>
                  <a:pt x="2503988" y="2304217"/>
                </a:cubicBezTo>
                <a:close/>
                <a:moveTo>
                  <a:pt x="851676" y="2302594"/>
                </a:moveTo>
                <a:lnTo>
                  <a:pt x="868763" y="2304217"/>
                </a:lnTo>
                <a:cubicBezTo>
                  <a:pt x="901149" y="2304744"/>
                  <a:pt x="933041" y="2307725"/>
                  <a:pt x="964225" y="2313282"/>
                </a:cubicBezTo>
                <a:cubicBezTo>
                  <a:pt x="969801" y="2312863"/>
                  <a:pt x="975129" y="2313811"/>
                  <a:pt x="980437" y="2314821"/>
                </a:cubicBezTo>
                <a:lnTo>
                  <a:pt x="980555" y="2315969"/>
                </a:lnTo>
                <a:cubicBezTo>
                  <a:pt x="1339405" y="2375367"/>
                  <a:pt x="1620444" y="2656144"/>
                  <a:pt x="1670720" y="3009010"/>
                </a:cubicBezTo>
                <a:cubicBezTo>
                  <a:pt x="1670888" y="3009063"/>
                  <a:pt x="1671057" y="3009068"/>
                  <a:pt x="1671226" y="3009073"/>
                </a:cubicBezTo>
                <a:lnTo>
                  <a:pt x="1671766" y="3015763"/>
                </a:lnTo>
                <a:cubicBezTo>
                  <a:pt x="1676823" y="3046007"/>
                  <a:pt x="1679272" y="3076892"/>
                  <a:pt x="1679230" y="3108220"/>
                </a:cubicBezTo>
                <a:cubicBezTo>
                  <a:pt x="1680542" y="3113850"/>
                  <a:pt x="1680601" y="3119519"/>
                  <a:pt x="1680601" y="3125201"/>
                </a:cubicBezTo>
                <a:cubicBezTo>
                  <a:pt x="1680601" y="3129023"/>
                  <a:pt x="1680574" y="3132839"/>
                  <a:pt x="1680008" y="3136641"/>
                </a:cubicBezTo>
                <a:lnTo>
                  <a:pt x="1679509" y="3136608"/>
                </a:lnTo>
                <a:lnTo>
                  <a:pt x="1679483" y="3137103"/>
                </a:lnTo>
                <a:lnTo>
                  <a:pt x="1662364" y="3135477"/>
                </a:lnTo>
                <a:cubicBezTo>
                  <a:pt x="1629990" y="3134950"/>
                  <a:pt x="1598110" y="3131969"/>
                  <a:pt x="1566938" y="3126415"/>
                </a:cubicBezTo>
                <a:cubicBezTo>
                  <a:pt x="1561361" y="3126834"/>
                  <a:pt x="1556032" y="3125886"/>
                  <a:pt x="1550721" y="3124875"/>
                </a:cubicBezTo>
                <a:lnTo>
                  <a:pt x="1550605" y="3123727"/>
                </a:lnTo>
                <a:cubicBezTo>
                  <a:pt x="1191754" y="3064328"/>
                  <a:pt x="910715" y="2783551"/>
                  <a:pt x="860439" y="2430686"/>
                </a:cubicBezTo>
                <a:cubicBezTo>
                  <a:pt x="860272" y="2430633"/>
                  <a:pt x="860103" y="2430628"/>
                  <a:pt x="859934" y="2430623"/>
                </a:cubicBezTo>
                <a:lnTo>
                  <a:pt x="859396" y="2423947"/>
                </a:lnTo>
                <a:cubicBezTo>
                  <a:pt x="854337" y="2393697"/>
                  <a:pt x="851886" y="2362806"/>
                  <a:pt x="851928" y="2331471"/>
                </a:cubicBezTo>
                <a:cubicBezTo>
                  <a:pt x="850616" y="2325843"/>
                  <a:pt x="850558" y="2320176"/>
                  <a:pt x="850558" y="2314495"/>
                </a:cubicBezTo>
                <a:lnTo>
                  <a:pt x="851152" y="2303055"/>
                </a:lnTo>
                <a:lnTo>
                  <a:pt x="851650" y="2303088"/>
                </a:lnTo>
                <a:close/>
                <a:moveTo>
                  <a:pt x="828925" y="2302594"/>
                </a:moveTo>
                <a:lnTo>
                  <a:pt x="828951" y="2303088"/>
                </a:lnTo>
                <a:lnTo>
                  <a:pt x="829449" y="2303055"/>
                </a:lnTo>
                <a:lnTo>
                  <a:pt x="830043" y="2314495"/>
                </a:lnTo>
                <a:cubicBezTo>
                  <a:pt x="830043" y="2320176"/>
                  <a:pt x="829984" y="2325843"/>
                  <a:pt x="828672" y="2331471"/>
                </a:cubicBezTo>
                <a:cubicBezTo>
                  <a:pt x="828714" y="2362806"/>
                  <a:pt x="826264" y="2393697"/>
                  <a:pt x="821205" y="2423947"/>
                </a:cubicBezTo>
                <a:lnTo>
                  <a:pt x="820667" y="2430623"/>
                </a:lnTo>
                <a:cubicBezTo>
                  <a:pt x="820497" y="2430628"/>
                  <a:pt x="820329" y="2430633"/>
                  <a:pt x="820161" y="2430686"/>
                </a:cubicBezTo>
                <a:cubicBezTo>
                  <a:pt x="769886" y="2783551"/>
                  <a:pt x="488847" y="3064328"/>
                  <a:pt x="129995" y="3123727"/>
                </a:cubicBezTo>
                <a:lnTo>
                  <a:pt x="129879" y="3124875"/>
                </a:lnTo>
                <a:cubicBezTo>
                  <a:pt x="124569" y="3125886"/>
                  <a:pt x="119240" y="3126834"/>
                  <a:pt x="113663" y="3126415"/>
                </a:cubicBezTo>
                <a:cubicBezTo>
                  <a:pt x="82491" y="3131969"/>
                  <a:pt x="50611" y="3134950"/>
                  <a:pt x="18236" y="3135477"/>
                </a:cubicBezTo>
                <a:lnTo>
                  <a:pt x="1118" y="3137103"/>
                </a:lnTo>
                <a:lnTo>
                  <a:pt x="1092" y="3136608"/>
                </a:lnTo>
                <a:lnTo>
                  <a:pt x="593" y="3136641"/>
                </a:lnTo>
                <a:cubicBezTo>
                  <a:pt x="27" y="3132839"/>
                  <a:pt x="0" y="3129023"/>
                  <a:pt x="0" y="3125201"/>
                </a:cubicBezTo>
                <a:cubicBezTo>
                  <a:pt x="0" y="3119519"/>
                  <a:pt x="58" y="3113850"/>
                  <a:pt x="1370" y="3108220"/>
                </a:cubicBezTo>
                <a:cubicBezTo>
                  <a:pt x="1328" y="3076892"/>
                  <a:pt x="3778" y="3046007"/>
                  <a:pt x="8835" y="3015763"/>
                </a:cubicBezTo>
                <a:lnTo>
                  <a:pt x="9375" y="3009073"/>
                </a:lnTo>
                <a:cubicBezTo>
                  <a:pt x="9543" y="3009068"/>
                  <a:pt x="9713" y="3009063"/>
                  <a:pt x="9880" y="3009010"/>
                </a:cubicBezTo>
                <a:cubicBezTo>
                  <a:pt x="60157" y="2656144"/>
                  <a:pt x="341196" y="2375367"/>
                  <a:pt x="700046" y="2315969"/>
                </a:cubicBezTo>
                <a:lnTo>
                  <a:pt x="700163" y="2314821"/>
                </a:lnTo>
                <a:cubicBezTo>
                  <a:pt x="705472" y="2313811"/>
                  <a:pt x="710800" y="2312863"/>
                  <a:pt x="716376" y="2313282"/>
                </a:cubicBezTo>
                <a:cubicBezTo>
                  <a:pt x="747559" y="2307725"/>
                  <a:pt x="779452" y="2304744"/>
                  <a:pt x="811837" y="2304217"/>
                </a:cubicBezTo>
                <a:close/>
                <a:moveTo>
                  <a:pt x="8305836" y="1608087"/>
                </a:moveTo>
                <a:cubicBezTo>
                  <a:pt x="8030646" y="1666766"/>
                  <a:pt x="7815802" y="1879876"/>
                  <a:pt x="7762527" y="2148655"/>
                </a:cubicBezTo>
                <a:cubicBezTo>
                  <a:pt x="8037717" y="2089976"/>
                  <a:pt x="8252560" y="1876866"/>
                  <a:pt x="8305836" y="1608087"/>
                </a:cubicBezTo>
                <a:close/>
                <a:moveTo>
                  <a:pt x="6911971" y="1608087"/>
                </a:moveTo>
                <a:cubicBezTo>
                  <a:pt x="6965247" y="1876866"/>
                  <a:pt x="7180090" y="2089976"/>
                  <a:pt x="7455280" y="2148655"/>
                </a:cubicBezTo>
                <a:cubicBezTo>
                  <a:pt x="7402005" y="1879876"/>
                  <a:pt x="7187161" y="1666766"/>
                  <a:pt x="6911971" y="1608087"/>
                </a:cubicBezTo>
                <a:close/>
                <a:moveTo>
                  <a:pt x="6613685" y="1608087"/>
                </a:moveTo>
                <a:cubicBezTo>
                  <a:pt x="6338495" y="1666766"/>
                  <a:pt x="6123651" y="1879876"/>
                  <a:pt x="6070376" y="2148655"/>
                </a:cubicBezTo>
                <a:cubicBezTo>
                  <a:pt x="6345566" y="2089976"/>
                  <a:pt x="6560409" y="1876866"/>
                  <a:pt x="6613685" y="1608087"/>
                </a:cubicBezTo>
                <a:close/>
                <a:moveTo>
                  <a:pt x="5219820" y="1608087"/>
                </a:moveTo>
                <a:cubicBezTo>
                  <a:pt x="5273096" y="1876866"/>
                  <a:pt x="5487939" y="2089976"/>
                  <a:pt x="5763129" y="2148655"/>
                </a:cubicBezTo>
                <a:cubicBezTo>
                  <a:pt x="5709854" y="1879876"/>
                  <a:pt x="5495010" y="1666766"/>
                  <a:pt x="5219820" y="1608087"/>
                </a:cubicBezTo>
                <a:close/>
                <a:moveTo>
                  <a:pt x="4921534" y="1608087"/>
                </a:moveTo>
                <a:cubicBezTo>
                  <a:pt x="4646344" y="1666766"/>
                  <a:pt x="4431500" y="1879876"/>
                  <a:pt x="4378225" y="2148655"/>
                </a:cubicBezTo>
                <a:cubicBezTo>
                  <a:pt x="4653415" y="2089976"/>
                  <a:pt x="4868259" y="1876866"/>
                  <a:pt x="4921534" y="1608087"/>
                </a:cubicBezTo>
                <a:close/>
                <a:moveTo>
                  <a:pt x="3527669" y="1608087"/>
                </a:moveTo>
                <a:cubicBezTo>
                  <a:pt x="3580945" y="1876866"/>
                  <a:pt x="3795788" y="2089976"/>
                  <a:pt x="4070978" y="2148655"/>
                </a:cubicBezTo>
                <a:cubicBezTo>
                  <a:pt x="4017703" y="1879876"/>
                  <a:pt x="3802859" y="1666766"/>
                  <a:pt x="3527669" y="1608087"/>
                </a:cubicBezTo>
                <a:close/>
                <a:moveTo>
                  <a:pt x="3229383" y="1608087"/>
                </a:moveTo>
                <a:cubicBezTo>
                  <a:pt x="2954193" y="1666766"/>
                  <a:pt x="2739349" y="1879876"/>
                  <a:pt x="2686074" y="2148655"/>
                </a:cubicBezTo>
                <a:cubicBezTo>
                  <a:pt x="2961264" y="2089976"/>
                  <a:pt x="3176107" y="1876866"/>
                  <a:pt x="3229383" y="1608087"/>
                </a:cubicBezTo>
                <a:close/>
                <a:moveTo>
                  <a:pt x="1835518" y="1608087"/>
                </a:moveTo>
                <a:cubicBezTo>
                  <a:pt x="1888794" y="1876866"/>
                  <a:pt x="2103637" y="2089976"/>
                  <a:pt x="2378827" y="2148655"/>
                </a:cubicBezTo>
                <a:cubicBezTo>
                  <a:pt x="2325552" y="1879876"/>
                  <a:pt x="2110708" y="1666766"/>
                  <a:pt x="1835518" y="1608087"/>
                </a:cubicBezTo>
                <a:close/>
                <a:moveTo>
                  <a:pt x="1537232" y="1608087"/>
                </a:moveTo>
                <a:cubicBezTo>
                  <a:pt x="1262042" y="1666766"/>
                  <a:pt x="1047198" y="1879876"/>
                  <a:pt x="993923" y="2148655"/>
                </a:cubicBezTo>
                <a:cubicBezTo>
                  <a:pt x="1269113" y="2089976"/>
                  <a:pt x="1483956" y="1876866"/>
                  <a:pt x="1537232" y="1608087"/>
                </a:cubicBezTo>
                <a:close/>
                <a:moveTo>
                  <a:pt x="143367" y="1608087"/>
                </a:moveTo>
                <a:cubicBezTo>
                  <a:pt x="196643" y="1876866"/>
                  <a:pt x="411486" y="2089976"/>
                  <a:pt x="686676" y="2148655"/>
                </a:cubicBezTo>
                <a:cubicBezTo>
                  <a:pt x="633401" y="1879876"/>
                  <a:pt x="418557" y="1666766"/>
                  <a:pt x="143367" y="1608087"/>
                </a:cubicBezTo>
                <a:close/>
                <a:moveTo>
                  <a:pt x="8461873" y="1464394"/>
                </a:moveTo>
                <a:lnTo>
                  <a:pt x="8478960" y="1466004"/>
                </a:lnTo>
                <a:cubicBezTo>
                  <a:pt x="8511346" y="1466527"/>
                  <a:pt x="8543239" y="1469485"/>
                  <a:pt x="8574422" y="1474998"/>
                </a:cubicBezTo>
                <a:cubicBezTo>
                  <a:pt x="8579998" y="1474582"/>
                  <a:pt x="8585326" y="1475523"/>
                  <a:pt x="8590635" y="1476525"/>
                </a:cubicBezTo>
                <a:lnTo>
                  <a:pt x="8590752" y="1477664"/>
                </a:lnTo>
                <a:cubicBezTo>
                  <a:pt x="8815033" y="1514497"/>
                  <a:pt x="9008920" y="1637126"/>
                  <a:pt x="9135069" y="1809390"/>
                </a:cubicBezTo>
                <a:lnTo>
                  <a:pt x="9139239" y="1816149"/>
                </a:lnTo>
                <a:lnTo>
                  <a:pt x="9139239" y="2119309"/>
                </a:lnTo>
                <a:lnTo>
                  <a:pt x="9120077" y="2050665"/>
                </a:lnTo>
                <a:cubicBezTo>
                  <a:pt x="9039502" y="1829012"/>
                  <a:pt x="8844913" y="1659431"/>
                  <a:pt x="8604122" y="1608087"/>
                </a:cubicBezTo>
                <a:cubicBezTo>
                  <a:pt x="8650738" y="1843269"/>
                  <a:pt x="8821055" y="2035829"/>
                  <a:pt x="9047261" y="2119605"/>
                </a:cubicBezTo>
                <a:lnTo>
                  <a:pt x="9139239" y="2146279"/>
                </a:lnTo>
                <a:lnTo>
                  <a:pt x="9139239" y="2273778"/>
                </a:lnTo>
                <a:lnTo>
                  <a:pt x="9030179" y="2246972"/>
                </a:lnTo>
                <a:cubicBezTo>
                  <a:pt x="8735297" y="2149386"/>
                  <a:pt x="8514628" y="1897812"/>
                  <a:pt x="8470637" y="1591480"/>
                </a:cubicBezTo>
                <a:cubicBezTo>
                  <a:pt x="8470469" y="1591427"/>
                  <a:pt x="8470301" y="1591423"/>
                  <a:pt x="8470131" y="1591418"/>
                </a:cubicBezTo>
                <a:lnTo>
                  <a:pt x="8469593" y="1584794"/>
                </a:lnTo>
                <a:cubicBezTo>
                  <a:pt x="8464534" y="1554782"/>
                  <a:pt x="8462083" y="1524133"/>
                  <a:pt x="8462126" y="1493044"/>
                </a:cubicBezTo>
                <a:cubicBezTo>
                  <a:pt x="8460814" y="1487460"/>
                  <a:pt x="8460755" y="1481838"/>
                  <a:pt x="8460755" y="1476202"/>
                </a:cubicBezTo>
                <a:lnTo>
                  <a:pt x="8461349" y="1464852"/>
                </a:lnTo>
                <a:lnTo>
                  <a:pt x="8461847" y="1464884"/>
                </a:lnTo>
                <a:close/>
                <a:moveTo>
                  <a:pt x="8448085" y="1464394"/>
                </a:moveTo>
                <a:lnTo>
                  <a:pt x="8448111" y="1464884"/>
                </a:lnTo>
                <a:lnTo>
                  <a:pt x="8448609" y="1464852"/>
                </a:lnTo>
                <a:lnTo>
                  <a:pt x="8449203" y="1476202"/>
                </a:lnTo>
                <a:cubicBezTo>
                  <a:pt x="8449203" y="1481838"/>
                  <a:pt x="8449144" y="1487460"/>
                  <a:pt x="8447832" y="1493044"/>
                </a:cubicBezTo>
                <a:cubicBezTo>
                  <a:pt x="8447875" y="1524133"/>
                  <a:pt x="8445424" y="1554782"/>
                  <a:pt x="8440365" y="1584794"/>
                </a:cubicBezTo>
                <a:lnTo>
                  <a:pt x="8439827" y="1591418"/>
                </a:lnTo>
                <a:cubicBezTo>
                  <a:pt x="8439657" y="1591423"/>
                  <a:pt x="8439489" y="1591427"/>
                  <a:pt x="8439321" y="1591480"/>
                </a:cubicBezTo>
                <a:cubicBezTo>
                  <a:pt x="8389046" y="1941574"/>
                  <a:pt x="8108007" y="2220146"/>
                  <a:pt x="7749156" y="2279078"/>
                </a:cubicBezTo>
                <a:lnTo>
                  <a:pt x="7749040" y="2280217"/>
                </a:lnTo>
                <a:cubicBezTo>
                  <a:pt x="7743729" y="2281220"/>
                  <a:pt x="7738400" y="2282161"/>
                  <a:pt x="7732823" y="2281745"/>
                </a:cubicBezTo>
                <a:cubicBezTo>
                  <a:pt x="7701651" y="2287255"/>
                  <a:pt x="7669771" y="2290213"/>
                  <a:pt x="7637396" y="2290736"/>
                </a:cubicBezTo>
                <a:lnTo>
                  <a:pt x="7620278" y="2292349"/>
                </a:lnTo>
                <a:lnTo>
                  <a:pt x="7620252" y="2291858"/>
                </a:lnTo>
                <a:lnTo>
                  <a:pt x="7619753" y="2291891"/>
                </a:lnTo>
                <a:cubicBezTo>
                  <a:pt x="7619187" y="2288119"/>
                  <a:pt x="7619160" y="2284333"/>
                  <a:pt x="7619160" y="2280541"/>
                </a:cubicBezTo>
                <a:cubicBezTo>
                  <a:pt x="7619160" y="2274903"/>
                  <a:pt x="7619219" y="2269279"/>
                  <a:pt x="7620531" y="2263693"/>
                </a:cubicBezTo>
                <a:cubicBezTo>
                  <a:pt x="7620488" y="2232611"/>
                  <a:pt x="7622938" y="2201969"/>
                  <a:pt x="7627995" y="2171962"/>
                </a:cubicBezTo>
                <a:lnTo>
                  <a:pt x="7628535" y="2165325"/>
                </a:lnTo>
                <a:cubicBezTo>
                  <a:pt x="7628704" y="2165320"/>
                  <a:pt x="7628873" y="2165315"/>
                  <a:pt x="7629040" y="2165262"/>
                </a:cubicBezTo>
                <a:cubicBezTo>
                  <a:pt x="7679317" y="1815167"/>
                  <a:pt x="7960356" y="1536596"/>
                  <a:pt x="8319206" y="1477664"/>
                </a:cubicBezTo>
                <a:lnTo>
                  <a:pt x="8319323" y="1476525"/>
                </a:lnTo>
                <a:cubicBezTo>
                  <a:pt x="8324632" y="1475523"/>
                  <a:pt x="8329960" y="1474582"/>
                  <a:pt x="8335536" y="1474998"/>
                </a:cubicBezTo>
                <a:cubicBezTo>
                  <a:pt x="8366719" y="1469485"/>
                  <a:pt x="8398612" y="1466527"/>
                  <a:pt x="8430998" y="1466004"/>
                </a:cubicBezTo>
                <a:close/>
                <a:moveTo>
                  <a:pt x="6769722" y="1464394"/>
                </a:moveTo>
                <a:lnTo>
                  <a:pt x="6786810" y="1466004"/>
                </a:lnTo>
                <a:cubicBezTo>
                  <a:pt x="6819195" y="1466527"/>
                  <a:pt x="6851088" y="1469485"/>
                  <a:pt x="6882271" y="1474998"/>
                </a:cubicBezTo>
                <a:cubicBezTo>
                  <a:pt x="6887847" y="1474582"/>
                  <a:pt x="6893175" y="1475523"/>
                  <a:pt x="6898484" y="1476525"/>
                </a:cubicBezTo>
                <a:lnTo>
                  <a:pt x="6898601" y="1477664"/>
                </a:lnTo>
                <a:cubicBezTo>
                  <a:pt x="7257451" y="1536596"/>
                  <a:pt x="7538490" y="1815167"/>
                  <a:pt x="7588766" y="2165262"/>
                </a:cubicBezTo>
                <a:cubicBezTo>
                  <a:pt x="7588934" y="2165315"/>
                  <a:pt x="7589103" y="2165320"/>
                  <a:pt x="7589272" y="2165325"/>
                </a:cubicBezTo>
                <a:lnTo>
                  <a:pt x="7589812" y="2171962"/>
                </a:lnTo>
                <a:cubicBezTo>
                  <a:pt x="7594869" y="2201969"/>
                  <a:pt x="7597319" y="2232611"/>
                  <a:pt x="7597276" y="2263693"/>
                </a:cubicBezTo>
                <a:cubicBezTo>
                  <a:pt x="7598588" y="2269279"/>
                  <a:pt x="7598647" y="2274903"/>
                  <a:pt x="7598647" y="2280541"/>
                </a:cubicBezTo>
                <a:cubicBezTo>
                  <a:pt x="7598647" y="2284333"/>
                  <a:pt x="7598620" y="2288119"/>
                  <a:pt x="7598054" y="2291891"/>
                </a:cubicBezTo>
                <a:lnTo>
                  <a:pt x="7597555" y="2291858"/>
                </a:lnTo>
                <a:lnTo>
                  <a:pt x="7597529" y="2292349"/>
                </a:lnTo>
                <a:lnTo>
                  <a:pt x="7580411" y="2290736"/>
                </a:lnTo>
                <a:cubicBezTo>
                  <a:pt x="7548036" y="2290213"/>
                  <a:pt x="7516156" y="2287255"/>
                  <a:pt x="7484984" y="2281745"/>
                </a:cubicBezTo>
                <a:cubicBezTo>
                  <a:pt x="7479407" y="2282161"/>
                  <a:pt x="7474078" y="2281220"/>
                  <a:pt x="7468767" y="2280217"/>
                </a:cubicBezTo>
                <a:lnTo>
                  <a:pt x="7468651" y="2279078"/>
                </a:lnTo>
                <a:cubicBezTo>
                  <a:pt x="7109800" y="2220146"/>
                  <a:pt x="6828761" y="1941574"/>
                  <a:pt x="6778486" y="1591480"/>
                </a:cubicBezTo>
                <a:cubicBezTo>
                  <a:pt x="6778318" y="1591427"/>
                  <a:pt x="6778150" y="1591423"/>
                  <a:pt x="6777980" y="1591418"/>
                </a:cubicBezTo>
                <a:lnTo>
                  <a:pt x="6777442" y="1584794"/>
                </a:lnTo>
                <a:cubicBezTo>
                  <a:pt x="6772383" y="1554782"/>
                  <a:pt x="6769933" y="1524133"/>
                  <a:pt x="6769975" y="1493044"/>
                </a:cubicBezTo>
                <a:cubicBezTo>
                  <a:pt x="6768663" y="1487460"/>
                  <a:pt x="6768604" y="1481838"/>
                  <a:pt x="6768604" y="1476202"/>
                </a:cubicBezTo>
                <a:lnTo>
                  <a:pt x="6769198" y="1464852"/>
                </a:lnTo>
                <a:lnTo>
                  <a:pt x="6769696" y="1464884"/>
                </a:lnTo>
                <a:close/>
                <a:moveTo>
                  <a:pt x="6755934" y="1464394"/>
                </a:moveTo>
                <a:lnTo>
                  <a:pt x="6755960" y="1464884"/>
                </a:lnTo>
                <a:lnTo>
                  <a:pt x="6756458" y="1464852"/>
                </a:lnTo>
                <a:lnTo>
                  <a:pt x="6757052" y="1476202"/>
                </a:lnTo>
                <a:cubicBezTo>
                  <a:pt x="6757052" y="1481838"/>
                  <a:pt x="6756994" y="1487460"/>
                  <a:pt x="6755682" y="1493044"/>
                </a:cubicBezTo>
                <a:cubicBezTo>
                  <a:pt x="6755724" y="1524133"/>
                  <a:pt x="6753273" y="1554782"/>
                  <a:pt x="6748215" y="1584794"/>
                </a:cubicBezTo>
                <a:lnTo>
                  <a:pt x="6747676" y="1591418"/>
                </a:lnTo>
                <a:cubicBezTo>
                  <a:pt x="6747507" y="1591423"/>
                  <a:pt x="6747338" y="1591427"/>
                  <a:pt x="6747171" y="1591480"/>
                </a:cubicBezTo>
                <a:cubicBezTo>
                  <a:pt x="6696895" y="1941574"/>
                  <a:pt x="6415856" y="2220146"/>
                  <a:pt x="6057005" y="2279078"/>
                </a:cubicBezTo>
                <a:lnTo>
                  <a:pt x="6056889" y="2280217"/>
                </a:lnTo>
                <a:cubicBezTo>
                  <a:pt x="6051578" y="2281220"/>
                  <a:pt x="6046249" y="2282161"/>
                  <a:pt x="6040672" y="2281745"/>
                </a:cubicBezTo>
                <a:cubicBezTo>
                  <a:pt x="6009500" y="2287255"/>
                  <a:pt x="5977620" y="2290213"/>
                  <a:pt x="5945246" y="2290736"/>
                </a:cubicBezTo>
                <a:lnTo>
                  <a:pt x="5928127" y="2292349"/>
                </a:lnTo>
                <a:lnTo>
                  <a:pt x="5928101" y="2291858"/>
                </a:lnTo>
                <a:lnTo>
                  <a:pt x="5927602" y="2291891"/>
                </a:lnTo>
                <a:cubicBezTo>
                  <a:pt x="5927036" y="2288119"/>
                  <a:pt x="5927009" y="2284333"/>
                  <a:pt x="5927009" y="2280541"/>
                </a:cubicBezTo>
                <a:cubicBezTo>
                  <a:pt x="5927009" y="2274903"/>
                  <a:pt x="5927068" y="2269279"/>
                  <a:pt x="5928380" y="2263693"/>
                </a:cubicBezTo>
                <a:cubicBezTo>
                  <a:pt x="5928338" y="2232611"/>
                  <a:pt x="5930787" y="2201969"/>
                  <a:pt x="5935844" y="2171962"/>
                </a:cubicBezTo>
                <a:lnTo>
                  <a:pt x="5936384" y="2165325"/>
                </a:lnTo>
                <a:cubicBezTo>
                  <a:pt x="5936553" y="2165320"/>
                  <a:pt x="5936722" y="2165315"/>
                  <a:pt x="5936890" y="2165262"/>
                </a:cubicBezTo>
                <a:cubicBezTo>
                  <a:pt x="5987166" y="1815167"/>
                  <a:pt x="6268205" y="1536596"/>
                  <a:pt x="6627056" y="1477664"/>
                </a:cubicBezTo>
                <a:lnTo>
                  <a:pt x="6627173" y="1476525"/>
                </a:lnTo>
                <a:cubicBezTo>
                  <a:pt x="6632481" y="1475523"/>
                  <a:pt x="6637809" y="1474582"/>
                  <a:pt x="6643385" y="1474998"/>
                </a:cubicBezTo>
                <a:cubicBezTo>
                  <a:pt x="6674569" y="1469485"/>
                  <a:pt x="6706461" y="1466527"/>
                  <a:pt x="6738847" y="1466004"/>
                </a:cubicBezTo>
                <a:close/>
                <a:moveTo>
                  <a:pt x="5077571" y="1464394"/>
                </a:moveTo>
                <a:lnTo>
                  <a:pt x="5094659" y="1466004"/>
                </a:lnTo>
                <a:cubicBezTo>
                  <a:pt x="5127044" y="1466527"/>
                  <a:pt x="5158937" y="1469485"/>
                  <a:pt x="5190120" y="1474998"/>
                </a:cubicBezTo>
                <a:cubicBezTo>
                  <a:pt x="5195696" y="1474582"/>
                  <a:pt x="5201024" y="1475523"/>
                  <a:pt x="5206334" y="1476525"/>
                </a:cubicBezTo>
                <a:lnTo>
                  <a:pt x="5206450" y="1477664"/>
                </a:lnTo>
                <a:cubicBezTo>
                  <a:pt x="5565300" y="1536596"/>
                  <a:pt x="5846339" y="1815167"/>
                  <a:pt x="5896616" y="2165262"/>
                </a:cubicBezTo>
                <a:cubicBezTo>
                  <a:pt x="5896783" y="2165315"/>
                  <a:pt x="5896953" y="2165320"/>
                  <a:pt x="5897121" y="2165325"/>
                </a:cubicBezTo>
                <a:lnTo>
                  <a:pt x="5897662" y="2171962"/>
                </a:lnTo>
                <a:cubicBezTo>
                  <a:pt x="5902718" y="2201969"/>
                  <a:pt x="5905168" y="2232611"/>
                  <a:pt x="5905126" y="2263693"/>
                </a:cubicBezTo>
                <a:cubicBezTo>
                  <a:pt x="5906438" y="2269279"/>
                  <a:pt x="5906496" y="2274903"/>
                  <a:pt x="5906496" y="2280541"/>
                </a:cubicBezTo>
                <a:cubicBezTo>
                  <a:pt x="5906496" y="2284333"/>
                  <a:pt x="5906469" y="2288119"/>
                  <a:pt x="5905903" y="2291891"/>
                </a:cubicBezTo>
                <a:lnTo>
                  <a:pt x="5905404" y="2291858"/>
                </a:lnTo>
                <a:lnTo>
                  <a:pt x="5905378" y="2292349"/>
                </a:lnTo>
                <a:lnTo>
                  <a:pt x="5888260" y="2290736"/>
                </a:lnTo>
                <a:cubicBezTo>
                  <a:pt x="5855886" y="2290213"/>
                  <a:pt x="5824005" y="2287255"/>
                  <a:pt x="5792833" y="2281745"/>
                </a:cubicBezTo>
                <a:cubicBezTo>
                  <a:pt x="5787256" y="2282161"/>
                  <a:pt x="5781927" y="2281220"/>
                  <a:pt x="5776617" y="2280217"/>
                </a:cubicBezTo>
                <a:lnTo>
                  <a:pt x="5776501" y="2279078"/>
                </a:lnTo>
                <a:cubicBezTo>
                  <a:pt x="5417649" y="2220146"/>
                  <a:pt x="5136610" y="1941574"/>
                  <a:pt x="5086335" y="1591480"/>
                </a:cubicBezTo>
                <a:cubicBezTo>
                  <a:pt x="5086167" y="1591427"/>
                  <a:pt x="5085999" y="1591423"/>
                  <a:pt x="5085830" y="1591418"/>
                </a:cubicBezTo>
                <a:lnTo>
                  <a:pt x="5085291" y="1584794"/>
                </a:lnTo>
                <a:cubicBezTo>
                  <a:pt x="5080233" y="1554782"/>
                  <a:pt x="5077782" y="1524133"/>
                  <a:pt x="5077824" y="1493044"/>
                </a:cubicBezTo>
                <a:cubicBezTo>
                  <a:pt x="5076512" y="1487460"/>
                  <a:pt x="5076453" y="1481838"/>
                  <a:pt x="5076453" y="1476202"/>
                </a:cubicBezTo>
                <a:lnTo>
                  <a:pt x="5077047" y="1464852"/>
                </a:lnTo>
                <a:lnTo>
                  <a:pt x="5077545" y="1464884"/>
                </a:lnTo>
                <a:close/>
                <a:moveTo>
                  <a:pt x="5063783" y="1464394"/>
                </a:moveTo>
                <a:lnTo>
                  <a:pt x="5063809" y="1464884"/>
                </a:lnTo>
                <a:lnTo>
                  <a:pt x="5064307" y="1464852"/>
                </a:lnTo>
                <a:lnTo>
                  <a:pt x="5064902" y="1476202"/>
                </a:lnTo>
                <a:cubicBezTo>
                  <a:pt x="5064902" y="1481838"/>
                  <a:pt x="5064842" y="1487460"/>
                  <a:pt x="5063530" y="1493044"/>
                </a:cubicBezTo>
                <a:cubicBezTo>
                  <a:pt x="5063572" y="1524133"/>
                  <a:pt x="5061122" y="1554782"/>
                  <a:pt x="5056063" y="1584794"/>
                </a:cubicBezTo>
                <a:lnTo>
                  <a:pt x="5055525" y="1591418"/>
                </a:lnTo>
                <a:cubicBezTo>
                  <a:pt x="5055355" y="1591423"/>
                  <a:pt x="5055187" y="1591427"/>
                  <a:pt x="5055019" y="1591480"/>
                </a:cubicBezTo>
                <a:cubicBezTo>
                  <a:pt x="5004744" y="1941574"/>
                  <a:pt x="4723705" y="2220146"/>
                  <a:pt x="4364853" y="2279078"/>
                </a:cubicBezTo>
                <a:lnTo>
                  <a:pt x="4364737" y="2280217"/>
                </a:lnTo>
                <a:cubicBezTo>
                  <a:pt x="4359427" y="2281220"/>
                  <a:pt x="4354098" y="2282161"/>
                  <a:pt x="4348521" y="2281745"/>
                </a:cubicBezTo>
                <a:cubicBezTo>
                  <a:pt x="4317350" y="2287255"/>
                  <a:pt x="4285468" y="2290213"/>
                  <a:pt x="4253094" y="2290736"/>
                </a:cubicBezTo>
                <a:lnTo>
                  <a:pt x="4235976" y="2292349"/>
                </a:lnTo>
                <a:lnTo>
                  <a:pt x="4235950" y="2291858"/>
                </a:lnTo>
                <a:lnTo>
                  <a:pt x="4235451" y="2291891"/>
                </a:lnTo>
                <a:cubicBezTo>
                  <a:pt x="4234885" y="2288119"/>
                  <a:pt x="4234858" y="2284333"/>
                  <a:pt x="4234858" y="2280541"/>
                </a:cubicBezTo>
                <a:cubicBezTo>
                  <a:pt x="4234858" y="2274903"/>
                  <a:pt x="4234916" y="2269279"/>
                  <a:pt x="4236228" y="2263693"/>
                </a:cubicBezTo>
                <a:cubicBezTo>
                  <a:pt x="4236186" y="2232611"/>
                  <a:pt x="4238636" y="2201969"/>
                  <a:pt x="4243692" y="2171962"/>
                </a:cubicBezTo>
                <a:lnTo>
                  <a:pt x="4244233" y="2165325"/>
                </a:lnTo>
                <a:cubicBezTo>
                  <a:pt x="4244401" y="2165320"/>
                  <a:pt x="4244571" y="2165315"/>
                  <a:pt x="4244738" y="2165262"/>
                </a:cubicBezTo>
                <a:cubicBezTo>
                  <a:pt x="4295015" y="1815167"/>
                  <a:pt x="4576054" y="1536596"/>
                  <a:pt x="4934904" y="1477664"/>
                </a:cubicBezTo>
                <a:lnTo>
                  <a:pt x="4935021" y="1476525"/>
                </a:lnTo>
                <a:cubicBezTo>
                  <a:pt x="4940330" y="1475523"/>
                  <a:pt x="4945658" y="1474582"/>
                  <a:pt x="4951234" y="1474998"/>
                </a:cubicBezTo>
                <a:cubicBezTo>
                  <a:pt x="4982417" y="1469485"/>
                  <a:pt x="5014310" y="1466527"/>
                  <a:pt x="5046695" y="1466004"/>
                </a:cubicBezTo>
                <a:close/>
                <a:moveTo>
                  <a:pt x="3385420" y="1464394"/>
                </a:moveTo>
                <a:lnTo>
                  <a:pt x="3402507" y="1466004"/>
                </a:lnTo>
                <a:cubicBezTo>
                  <a:pt x="3434893" y="1466527"/>
                  <a:pt x="3466785" y="1469485"/>
                  <a:pt x="3497969" y="1474998"/>
                </a:cubicBezTo>
                <a:cubicBezTo>
                  <a:pt x="3503545" y="1474582"/>
                  <a:pt x="3508873" y="1475523"/>
                  <a:pt x="3514181" y="1476525"/>
                </a:cubicBezTo>
                <a:lnTo>
                  <a:pt x="3514298" y="1477664"/>
                </a:lnTo>
                <a:cubicBezTo>
                  <a:pt x="3873149" y="1536596"/>
                  <a:pt x="4154188" y="1815167"/>
                  <a:pt x="4204464" y="2165262"/>
                </a:cubicBezTo>
                <a:cubicBezTo>
                  <a:pt x="4204632" y="2165315"/>
                  <a:pt x="4204801" y="2165320"/>
                  <a:pt x="4204970" y="2165325"/>
                </a:cubicBezTo>
                <a:lnTo>
                  <a:pt x="4205510" y="2171962"/>
                </a:lnTo>
                <a:cubicBezTo>
                  <a:pt x="4210567" y="2201969"/>
                  <a:pt x="4213016" y="2232611"/>
                  <a:pt x="4212974" y="2263693"/>
                </a:cubicBezTo>
                <a:cubicBezTo>
                  <a:pt x="4214286" y="2269279"/>
                  <a:pt x="4214345" y="2274903"/>
                  <a:pt x="4214345" y="2280541"/>
                </a:cubicBezTo>
                <a:cubicBezTo>
                  <a:pt x="4214345" y="2284333"/>
                  <a:pt x="4214318" y="2288119"/>
                  <a:pt x="4213752" y="2291891"/>
                </a:cubicBezTo>
                <a:lnTo>
                  <a:pt x="4213253" y="2291858"/>
                </a:lnTo>
                <a:lnTo>
                  <a:pt x="4213227" y="2292349"/>
                </a:lnTo>
                <a:lnTo>
                  <a:pt x="4196108" y="2290736"/>
                </a:lnTo>
                <a:cubicBezTo>
                  <a:pt x="4163734" y="2290213"/>
                  <a:pt x="4131854" y="2287255"/>
                  <a:pt x="4100682" y="2281745"/>
                </a:cubicBezTo>
                <a:cubicBezTo>
                  <a:pt x="4095105" y="2282161"/>
                  <a:pt x="4089776" y="2281220"/>
                  <a:pt x="4084465" y="2280217"/>
                </a:cubicBezTo>
                <a:lnTo>
                  <a:pt x="4084349" y="2279078"/>
                </a:lnTo>
                <a:cubicBezTo>
                  <a:pt x="3725498" y="2220146"/>
                  <a:pt x="3444459" y="1941574"/>
                  <a:pt x="3394183" y="1591480"/>
                </a:cubicBezTo>
                <a:cubicBezTo>
                  <a:pt x="3394016" y="1591427"/>
                  <a:pt x="3393847" y="1591423"/>
                  <a:pt x="3393678" y="1591418"/>
                </a:cubicBezTo>
                <a:lnTo>
                  <a:pt x="3393139" y="1584794"/>
                </a:lnTo>
                <a:cubicBezTo>
                  <a:pt x="3388081" y="1554782"/>
                  <a:pt x="3385630" y="1524133"/>
                  <a:pt x="3385672" y="1493044"/>
                </a:cubicBezTo>
                <a:cubicBezTo>
                  <a:pt x="3384360" y="1487460"/>
                  <a:pt x="3384302" y="1481838"/>
                  <a:pt x="3384302" y="1476202"/>
                </a:cubicBezTo>
                <a:lnTo>
                  <a:pt x="3384896" y="1464852"/>
                </a:lnTo>
                <a:lnTo>
                  <a:pt x="3385394" y="1464884"/>
                </a:lnTo>
                <a:close/>
                <a:moveTo>
                  <a:pt x="3371632" y="1464394"/>
                </a:moveTo>
                <a:lnTo>
                  <a:pt x="3371658" y="1464884"/>
                </a:lnTo>
                <a:lnTo>
                  <a:pt x="3372156" y="1464852"/>
                </a:lnTo>
                <a:lnTo>
                  <a:pt x="3372750" y="1476202"/>
                </a:lnTo>
                <a:cubicBezTo>
                  <a:pt x="3372750" y="1481838"/>
                  <a:pt x="3372691" y="1487460"/>
                  <a:pt x="3371379" y="1493044"/>
                </a:cubicBezTo>
                <a:cubicBezTo>
                  <a:pt x="3371421" y="1524133"/>
                  <a:pt x="3368971" y="1554782"/>
                  <a:pt x="3363912" y="1584794"/>
                </a:cubicBezTo>
                <a:lnTo>
                  <a:pt x="3363374" y="1591418"/>
                </a:lnTo>
                <a:cubicBezTo>
                  <a:pt x="3363204" y="1591423"/>
                  <a:pt x="3363036" y="1591427"/>
                  <a:pt x="3362868" y="1591480"/>
                </a:cubicBezTo>
                <a:cubicBezTo>
                  <a:pt x="3312593" y="1941574"/>
                  <a:pt x="3031554" y="2220146"/>
                  <a:pt x="2672703" y="2279078"/>
                </a:cubicBezTo>
                <a:lnTo>
                  <a:pt x="2672586" y="2280217"/>
                </a:lnTo>
                <a:cubicBezTo>
                  <a:pt x="2667276" y="2281220"/>
                  <a:pt x="2661947" y="2282161"/>
                  <a:pt x="2656370" y="2281745"/>
                </a:cubicBezTo>
                <a:cubicBezTo>
                  <a:pt x="2625198" y="2287255"/>
                  <a:pt x="2593318" y="2290213"/>
                  <a:pt x="2560943" y="2290736"/>
                </a:cubicBezTo>
                <a:lnTo>
                  <a:pt x="2543825" y="2292349"/>
                </a:lnTo>
                <a:lnTo>
                  <a:pt x="2543799" y="2291858"/>
                </a:lnTo>
                <a:lnTo>
                  <a:pt x="2543300" y="2291891"/>
                </a:lnTo>
                <a:cubicBezTo>
                  <a:pt x="2542734" y="2288119"/>
                  <a:pt x="2542707" y="2284333"/>
                  <a:pt x="2542707" y="2280541"/>
                </a:cubicBezTo>
                <a:cubicBezTo>
                  <a:pt x="2542707" y="2274903"/>
                  <a:pt x="2542765" y="2269279"/>
                  <a:pt x="2544077" y="2263693"/>
                </a:cubicBezTo>
                <a:cubicBezTo>
                  <a:pt x="2544035" y="2232611"/>
                  <a:pt x="2546485" y="2201969"/>
                  <a:pt x="2551541" y="2171962"/>
                </a:cubicBezTo>
                <a:lnTo>
                  <a:pt x="2552082" y="2165325"/>
                </a:lnTo>
                <a:cubicBezTo>
                  <a:pt x="2552250" y="2165320"/>
                  <a:pt x="2552420" y="2165315"/>
                  <a:pt x="2552587" y="2165262"/>
                </a:cubicBezTo>
                <a:cubicBezTo>
                  <a:pt x="2602864" y="1815167"/>
                  <a:pt x="2883903" y="1536596"/>
                  <a:pt x="3242753" y="1477664"/>
                </a:cubicBezTo>
                <a:lnTo>
                  <a:pt x="3242870" y="1476525"/>
                </a:lnTo>
                <a:cubicBezTo>
                  <a:pt x="3248179" y="1475523"/>
                  <a:pt x="3253507" y="1474582"/>
                  <a:pt x="3259083" y="1474998"/>
                </a:cubicBezTo>
                <a:cubicBezTo>
                  <a:pt x="3290266" y="1469485"/>
                  <a:pt x="3322159" y="1466527"/>
                  <a:pt x="3354544" y="1466004"/>
                </a:cubicBezTo>
                <a:close/>
                <a:moveTo>
                  <a:pt x="1693269" y="1464394"/>
                </a:moveTo>
                <a:lnTo>
                  <a:pt x="1710356" y="1466004"/>
                </a:lnTo>
                <a:cubicBezTo>
                  <a:pt x="1742742" y="1466527"/>
                  <a:pt x="1774634" y="1469485"/>
                  <a:pt x="1805818" y="1474998"/>
                </a:cubicBezTo>
                <a:cubicBezTo>
                  <a:pt x="1811394" y="1474582"/>
                  <a:pt x="1816722" y="1475523"/>
                  <a:pt x="1822030" y="1476525"/>
                </a:cubicBezTo>
                <a:lnTo>
                  <a:pt x="1822148" y="1477664"/>
                </a:lnTo>
                <a:cubicBezTo>
                  <a:pt x="2180998" y="1536596"/>
                  <a:pt x="2462037" y="1815167"/>
                  <a:pt x="2512313" y="2165262"/>
                </a:cubicBezTo>
                <a:cubicBezTo>
                  <a:pt x="2512481" y="2165315"/>
                  <a:pt x="2512650" y="2165320"/>
                  <a:pt x="2512819" y="2165325"/>
                </a:cubicBezTo>
                <a:lnTo>
                  <a:pt x="2513359" y="2171962"/>
                </a:lnTo>
                <a:cubicBezTo>
                  <a:pt x="2518416" y="2201969"/>
                  <a:pt x="2520865" y="2232611"/>
                  <a:pt x="2520823" y="2263693"/>
                </a:cubicBezTo>
                <a:cubicBezTo>
                  <a:pt x="2522135" y="2269279"/>
                  <a:pt x="2522194" y="2274903"/>
                  <a:pt x="2522194" y="2280541"/>
                </a:cubicBezTo>
                <a:cubicBezTo>
                  <a:pt x="2522194" y="2284333"/>
                  <a:pt x="2522167" y="2288119"/>
                  <a:pt x="2521601" y="2291891"/>
                </a:cubicBezTo>
                <a:lnTo>
                  <a:pt x="2521102" y="2291858"/>
                </a:lnTo>
                <a:lnTo>
                  <a:pt x="2521076" y="2292349"/>
                </a:lnTo>
                <a:lnTo>
                  <a:pt x="2503957" y="2290736"/>
                </a:lnTo>
                <a:cubicBezTo>
                  <a:pt x="2471583" y="2290213"/>
                  <a:pt x="2439703" y="2287255"/>
                  <a:pt x="2408531" y="2281745"/>
                </a:cubicBezTo>
                <a:cubicBezTo>
                  <a:pt x="2402954" y="2282161"/>
                  <a:pt x="2397625" y="2281220"/>
                  <a:pt x="2392314" y="2280217"/>
                </a:cubicBezTo>
                <a:lnTo>
                  <a:pt x="2392198" y="2279078"/>
                </a:lnTo>
                <a:cubicBezTo>
                  <a:pt x="2033347" y="2220146"/>
                  <a:pt x="1752308" y="1941574"/>
                  <a:pt x="1702032" y="1591480"/>
                </a:cubicBezTo>
                <a:cubicBezTo>
                  <a:pt x="1701865" y="1591427"/>
                  <a:pt x="1701696" y="1591423"/>
                  <a:pt x="1701527" y="1591418"/>
                </a:cubicBezTo>
                <a:lnTo>
                  <a:pt x="1700989" y="1584794"/>
                </a:lnTo>
                <a:cubicBezTo>
                  <a:pt x="1695930" y="1554782"/>
                  <a:pt x="1693479" y="1524133"/>
                  <a:pt x="1693521" y="1493044"/>
                </a:cubicBezTo>
                <a:cubicBezTo>
                  <a:pt x="1692209" y="1487460"/>
                  <a:pt x="1692151" y="1481838"/>
                  <a:pt x="1692151" y="1476202"/>
                </a:cubicBezTo>
                <a:lnTo>
                  <a:pt x="1692745" y="1464852"/>
                </a:lnTo>
                <a:lnTo>
                  <a:pt x="1693243" y="1464884"/>
                </a:lnTo>
                <a:close/>
                <a:moveTo>
                  <a:pt x="1679481" y="1464394"/>
                </a:moveTo>
                <a:lnTo>
                  <a:pt x="1679507" y="1464884"/>
                </a:lnTo>
                <a:lnTo>
                  <a:pt x="1680005" y="1464852"/>
                </a:lnTo>
                <a:lnTo>
                  <a:pt x="1680599" y="1476202"/>
                </a:lnTo>
                <a:cubicBezTo>
                  <a:pt x="1680599" y="1481838"/>
                  <a:pt x="1680540" y="1487460"/>
                  <a:pt x="1679228" y="1493044"/>
                </a:cubicBezTo>
                <a:cubicBezTo>
                  <a:pt x="1679270" y="1524133"/>
                  <a:pt x="1676820" y="1554782"/>
                  <a:pt x="1671761" y="1584794"/>
                </a:cubicBezTo>
                <a:lnTo>
                  <a:pt x="1671223" y="1591418"/>
                </a:lnTo>
                <a:cubicBezTo>
                  <a:pt x="1671053" y="1591423"/>
                  <a:pt x="1670885" y="1591427"/>
                  <a:pt x="1670717" y="1591480"/>
                </a:cubicBezTo>
                <a:cubicBezTo>
                  <a:pt x="1620442" y="1941574"/>
                  <a:pt x="1339403" y="2220146"/>
                  <a:pt x="980552" y="2279078"/>
                </a:cubicBezTo>
                <a:lnTo>
                  <a:pt x="980435" y="2280217"/>
                </a:lnTo>
                <a:cubicBezTo>
                  <a:pt x="975125" y="2281220"/>
                  <a:pt x="969796" y="2282161"/>
                  <a:pt x="964219" y="2281745"/>
                </a:cubicBezTo>
                <a:cubicBezTo>
                  <a:pt x="933047" y="2287255"/>
                  <a:pt x="901167" y="2290213"/>
                  <a:pt x="868792" y="2290736"/>
                </a:cubicBezTo>
                <a:lnTo>
                  <a:pt x="851674" y="2292349"/>
                </a:lnTo>
                <a:lnTo>
                  <a:pt x="851648" y="2291858"/>
                </a:lnTo>
                <a:lnTo>
                  <a:pt x="851149" y="2291891"/>
                </a:lnTo>
                <a:cubicBezTo>
                  <a:pt x="850583" y="2288119"/>
                  <a:pt x="850556" y="2284333"/>
                  <a:pt x="850556" y="2280541"/>
                </a:cubicBezTo>
                <a:cubicBezTo>
                  <a:pt x="850556" y="2274903"/>
                  <a:pt x="850614" y="2269279"/>
                  <a:pt x="851926" y="2263693"/>
                </a:cubicBezTo>
                <a:cubicBezTo>
                  <a:pt x="851884" y="2232611"/>
                  <a:pt x="854334" y="2201969"/>
                  <a:pt x="859390" y="2171962"/>
                </a:cubicBezTo>
                <a:lnTo>
                  <a:pt x="859931" y="2165325"/>
                </a:lnTo>
                <a:cubicBezTo>
                  <a:pt x="860099" y="2165320"/>
                  <a:pt x="860269" y="2165315"/>
                  <a:pt x="860436" y="2165262"/>
                </a:cubicBezTo>
                <a:cubicBezTo>
                  <a:pt x="910713" y="1815167"/>
                  <a:pt x="1191752" y="1536596"/>
                  <a:pt x="1550602" y="1477664"/>
                </a:cubicBezTo>
                <a:lnTo>
                  <a:pt x="1550719" y="1476525"/>
                </a:lnTo>
                <a:cubicBezTo>
                  <a:pt x="1556028" y="1475523"/>
                  <a:pt x="1561356" y="1474582"/>
                  <a:pt x="1566932" y="1474998"/>
                </a:cubicBezTo>
                <a:cubicBezTo>
                  <a:pt x="1598115" y="1469485"/>
                  <a:pt x="1630008" y="1466527"/>
                  <a:pt x="1662393" y="1466004"/>
                </a:cubicBezTo>
                <a:close/>
                <a:moveTo>
                  <a:pt x="1118" y="1464394"/>
                </a:moveTo>
                <a:lnTo>
                  <a:pt x="18205" y="1466004"/>
                </a:lnTo>
                <a:cubicBezTo>
                  <a:pt x="50591" y="1466527"/>
                  <a:pt x="82483" y="1469485"/>
                  <a:pt x="113667" y="1474998"/>
                </a:cubicBezTo>
                <a:cubicBezTo>
                  <a:pt x="119243" y="1474582"/>
                  <a:pt x="124571" y="1475523"/>
                  <a:pt x="129879" y="1476525"/>
                </a:cubicBezTo>
                <a:lnTo>
                  <a:pt x="129997" y="1477664"/>
                </a:lnTo>
                <a:cubicBezTo>
                  <a:pt x="488847" y="1536596"/>
                  <a:pt x="769886" y="1815167"/>
                  <a:pt x="820162" y="2165262"/>
                </a:cubicBezTo>
                <a:cubicBezTo>
                  <a:pt x="820330" y="2165315"/>
                  <a:pt x="820499" y="2165320"/>
                  <a:pt x="820668" y="2165325"/>
                </a:cubicBezTo>
                <a:lnTo>
                  <a:pt x="821208" y="2171962"/>
                </a:lnTo>
                <a:cubicBezTo>
                  <a:pt x="826265" y="2201969"/>
                  <a:pt x="828714" y="2232611"/>
                  <a:pt x="828672" y="2263693"/>
                </a:cubicBezTo>
                <a:cubicBezTo>
                  <a:pt x="829984" y="2269279"/>
                  <a:pt x="830043" y="2274903"/>
                  <a:pt x="830043" y="2280541"/>
                </a:cubicBezTo>
                <a:cubicBezTo>
                  <a:pt x="830043" y="2284333"/>
                  <a:pt x="830016" y="2288119"/>
                  <a:pt x="829450" y="2291891"/>
                </a:cubicBezTo>
                <a:lnTo>
                  <a:pt x="828951" y="2291858"/>
                </a:lnTo>
                <a:lnTo>
                  <a:pt x="828925" y="2292349"/>
                </a:lnTo>
                <a:lnTo>
                  <a:pt x="811806" y="2290736"/>
                </a:lnTo>
                <a:cubicBezTo>
                  <a:pt x="779432" y="2290213"/>
                  <a:pt x="747552" y="2287255"/>
                  <a:pt x="716380" y="2281745"/>
                </a:cubicBezTo>
                <a:cubicBezTo>
                  <a:pt x="710803" y="2282161"/>
                  <a:pt x="705474" y="2281220"/>
                  <a:pt x="700163" y="2280217"/>
                </a:cubicBezTo>
                <a:lnTo>
                  <a:pt x="700047" y="2279078"/>
                </a:lnTo>
                <a:cubicBezTo>
                  <a:pt x="341196" y="2220146"/>
                  <a:pt x="60157" y="1941574"/>
                  <a:pt x="9881" y="1591480"/>
                </a:cubicBezTo>
                <a:cubicBezTo>
                  <a:pt x="9714" y="1591427"/>
                  <a:pt x="9545" y="1591423"/>
                  <a:pt x="9376" y="1591418"/>
                </a:cubicBezTo>
                <a:lnTo>
                  <a:pt x="8837" y="1584794"/>
                </a:lnTo>
                <a:cubicBezTo>
                  <a:pt x="3779" y="1554782"/>
                  <a:pt x="1328" y="1524133"/>
                  <a:pt x="1370" y="1493044"/>
                </a:cubicBezTo>
                <a:cubicBezTo>
                  <a:pt x="58" y="1487460"/>
                  <a:pt x="0" y="1481838"/>
                  <a:pt x="0" y="1476202"/>
                </a:cubicBezTo>
                <a:lnTo>
                  <a:pt x="594" y="1464852"/>
                </a:lnTo>
                <a:lnTo>
                  <a:pt x="1092" y="1464884"/>
                </a:lnTo>
                <a:close/>
                <a:moveTo>
                  <a:pt x="7762529" y="750600"/>
                </a:moveTo>
                <a:cubicBezTo>
                  <a:pt x="7815805" y="1021506"/>
                  <a:pt x="8030648" y="1236303"/>
                  <a:pt x="8305838" y="1295446"/>
                </a:cubicBezTo>
                <a:cubicBezTo>
                  <a:pt x="8252563" y="1024540"/>
                  <a:pt x="8037719" y="809743"/>
                  <a:pt x="7762529" y="750600"/>
                </a:cubicBezTo>
                <a:close/>
                <a:moveTo>
                  <a:pt x="7455280" y="750600"/>
                </a:moveTo>
                <a:cubicBezTo>
                  <a:pt x="7180090" y="809743"/>
                  <a:pt x="6965246" y="1024540"/>
                  <a:pt x="6911971" y="1295446"/>
                </a:cubicBezTo>
                <a:cubicBezTo>
                  <a:pt x="7187161" y="1236303"/>
                  <a:pt x="7402004" y="1021506"/>
                  <a:pt x="7455280" y="750600"/>
                </a:cubicBezTo>
                <a:close/>
                <a:moveTo>
                  <a:pt x="6070378" y="750600"/>
                </a:moveTo>
                <a:cubicBezTo>
                  <a:pt x="6123654" y="1021506"/>
                  <a:pt x="6338497" y="1236303"/>
                  <a:pt x="6613687" y="1295446"/>
                </a:cubicBezTo>
                <a:cubicBezTo>
                  <a:pt x="6560412" y="1024540"/>
                  <a:pt x="6345568" y="809743"/>
                  <a:pt x="6070378" y="750600"/>
                </a:cubicBezTo>
                <a:close/>
                <a:moveTo>
                  <a:pt x="5763129" y="750600"/>
                </a:moveTo>
                <a:cubicBezTo>
                  <a:pt x="5487939" y="809743"/>
                  <a:pt x="5273095" y="1024540"/>
                  <a:pt x="5219820" y="1295446"/>
                </a:cubicBezTo>
                <a:cubicBezTo>
                  <a:pt x="5495010" y="1236303"/>
                  <a:pt x="5709853" y="1021506"/>
                  <a:pt x="5763129" y="750600"/>
                </a:cubicBezTo>
                <a:close/>
                <a:moveTo>
                  <a:pt x="4378227" y="750600"/>
                </a:moveTo>
                <a:cubicBezTo>
                  <a:pt x="4431503" y="1021506"/>
                  <a:pt x="4646346" y="1236303"/>
                  <a:pt x="4921536" y="1295446"/>
                </a:cubicBezTo>
                <a:cubicBezTo>
                  <a:pt x="4868261" y="1024540"/>
                  <a:pt x="4653417" y="809743"/>
                  <a:pt x="4378227" y="750600"/>
                </a:cubicBezTo>
                <a:close/>
                <a:moveTo>
                  <a:pt x="4070978" y="750600"/>
                </a:moveTo>
                <a:cubicBezTo>
                  <a:pt x="3795788" y="809743"/>
                  <a:pt x="3580944" y="1024540"/>
                  <a:pt x="3527669" y="1295446"/>
                </a:cubicBezTo>
                <a:cubicBezTo>
                  <a:pt x="3802859" y="1236303"/>
                  <a:pt x="4017702" y="1021506"/>
                  <a:pt x="4070978" y="750600"/>
                </a:cubicBezTo>
                <a:close/>
                <a:moveTo>
                  <a:pt x="2686076" y="750600"/>
                </a:moveTo>
                <a:cubicBezTo>
                  <a:pt x="2739352" y="1021506"/>
                  <a:pt x="2954195" y="1236303"/>
                  <a:pt x="3229385" y="1295446"/>
                </a:cubicBezTo>
                <a:cubicBezTo>
                  <a:pt x="3176110" y="1024540"/>
                  <a:pt x="2961266" y="809743"/>
                  <a:pt x="2686076" y="750600"/>
                </a:cubicBezTo>
                <a:close/>
                <a:moveTo>
                  <a:pt x="2378827" y="750600"/>
                </a:moveTo>
                <a:cubicBezTo>
                  <a:pt x="2103637" y="809743"/>
                  <a:pt x="1888793" y="1024540"/>
                  <a:pt x="1835518" y="1295446"/>
                </a:cubicBezTo>
                <a:cubicBezTo>
                  <a:pt x="2110708" y="1236303"/>
                  <a:pt x="2325551" y="1021506"/>
                  <a:pt x="2378827" y="750600"/>
                </a:cubicBezTo>
                <a:close/>
                <a:moveTo>
                  <a:pt x="993925" y="750600"/>
                </a:moveTo>
                <a:cubicBezTo>
                  <a:pt x="1047201" y="1021506"/>
                  <a:pt x="1262044" y="1236303"/>
                  <a:pt x="1537234" y="1295446"/>
                </a:cubicBezTo>
                <a:cubicBezTo>
                  <a:pt x="1483959" y="1024540"/>
                  <a:pt x="1269115" y="809743"/>
                  <a:pt x="993925" y="750600"/>
                </a:cubicBezTo>
                <a:close/>
                <a:moveTo>
                  <a:pt x="686676" y="750600"/>
                </a:moveTo>
                <a:cubicBezTo>
                  <a:pt x="411486" y="809743"/>
                  <a:pt x="196642" y="1024540"/>
                  <a:pt x="143367" y="1295446"/>
                </a:cubicBezTo>
                <a:cubicBezTo>
                  <a:pt x="418557" y="1236303"/>
                  <a:pt x="633400" y="1021506"/>
                  <a:pt x="686676" y="750600"/>
                </a:cubicBezTo>
                <a:close/>
                <a:moveTo>
                  <a:pt x="9139239" y="624486"/>
                </a:moveTo>
                <a:lnTo>
                  <a:pt x="9139239" y="752995"/>
                </a:lnTo>
                <a:lnTo>
                  <a:pt x="9047261" y="779881"/>
                </a:lnTo>
                <a:cubicBezTo>
                  <a:pt x="8821055" y="864319"/>
                  <a:pt x="8650738" y="1058403"/>
                  <a:pt x="8604122" y="1295446"/>
                </a:cubicBezTo>
                <a:cubicBezTo>
                  <a:pt x="8844913" y="1243696"/>
                  <a:pt x="9039501" y="1072773"/>
                  <a:pt x="9120077" y="849365"/>
                </a:cubicBezTo>
                <a:lnTo>
                  <a:pt x="9139239" y="780178"/>
                </a:lnTo>
                <a:lnTo>
                  <a:pt x="9139239" y="1085737"/>
                </a:lnTo>
                <a:lnTo>
                  <a:pt x="9135069" y="1092549"/>
                </a:lnTo>
                <a:cubicBezTo>
                  <a:pt x="9008919" y="1266178"/>
                  <a:pt x="8815033" y="1389778"/>
                  <a:pt x="8590751" y="1426902"/>
                </a:cubicBezTo>
                <a:lnTo>
                  <a:pt x="8590635" y="1428050"/>
                </a:lnTo>
                <a:cubicBezTo>
                  <a:pt x="8585324" y="1429061"/>
                  <a:pt x="8579995" y="1430009"/>
                  <a:pt x="8574418" y="1429590"/>
                </a:cubicBezTo>
                <a:cubicBezTo>
                  <a:pt x="8543246" y="1435144"/>
                  <a:pt x="8511366" y="1438125"/>
                  <a:pt x="8478991" y="1438652"/>
                </a:cubicBezTo>
                <a:lnTo>
                  <a:pt x="8461873" y="1440278"/>
                </a:lnTo>
                <a:lnTo>
                  <a:pt x="8461847" y="1439783"/>
                </a:lnTo>
                <a:lnTo>
                  <a:pt x="8461348" y="1439816"/>
                </a:lnTo>
                <a:cubicBezTo>
                  <a:pt x="8460782" y="1436014"/>
                  <a:pt x="8460755" y="1432198"/>
                  <a:pt x="8460755" y="1428376"/>
                </a:cubicBezTo>
                <a:cubicBezTo>
                  <a:pt x="8460755" y="1422694"/>
                  <a:pt x="8460814" y="1417025"/>
                  <a:pt x="8462126" y="1411395"/>
                </a:cubicBezTo>
                <a:cubicBezTo>
                  <a:pt x="8462083" y="1380067"/>
                  <a:pt x="8464533" y="1349182"/>
                  <a:pt x="8469590" y="1318938"/>
                </a:cubicBezTo>
                <a:lnTo>
                  <a:pt x="8470130" y="1312248"/>
                </a:lnTo>
                <a:cubicBezTo>
                  <a:pt x="8470299" y="1312243"/>
                  <a:pt x="8470468" y="1312238"/>
                  <a:pt x="8470636" y="1312185"/>
                </a:cubicBezTo>
                <a:cubicBezTo>
                  <a:pt x="8514628" y="1003427"/>
                  <a:pt x="8735297" y="749863"/>
                  <a:pt x="9030178" y="651504"/>
                </a:cubicBezTo>
                <a:close/>
                <a:moveTo>
                  <a:pt x="7620280" y="605769"/>
                </a:moveTo>
                <a:lnTo>
                  <a:pt x="7637367" y="607392"/>
                </a:lnTo>
                <a:cubicBezTo>
                  <a:pt x="7669753" y="607919"/>
                  <a:pt x="7701646" y="610900"/>
                  <a:pt x="7732829" y="616457"/>
                </a:cubicBezTo>
                <a:cubicBezTo>
                  <a:pt x="7738405" y="616038"/>
                  <a:pt x="7743733" y="616986"/>
                  <a:pt x="7749042" y="617996"/>
                </a:cubicBezTo>
                <a:lnTo>
                  <a:pt x="7749159" y="619144"/>
                </a:lnTo>
                <a:cubicBezTo>
                  <a:pt x="8108009" y="678542"/>
                  <a:pt x="8389048" y="959319"/>
                  <a:pt x="8439324" y="1312185"/>
                </a:cubicBezTo>
                <a:cubicBezTo>
                  <a:pt x="8439492" y="1312238"/>
                  <a:pt x="8439661" y="1312243"/>
                  <a:pt x="8439830" y="1312248"/>
                </a:cubicBezTo>
                <a:lnTo>
                  <a:pt x="8440370" y="1318938"/>
                </a:lnTo>
                <a:cubicBezTo>
                  <a:pt x="8445427" y="1349182"/>
                  <a:pt x="8447877" y="1380067"/>
                  <a:pt x="8447834" y="1411395"/>
                </a:cubicBezTo>
                <a:cubicBezTo>
                  <a:pt x="8449146" y="1417025"/>
                  <a:pt x="8449205" y="1422694"/>
                  <a:pt x="8449205" y="1428376"/>
                </a:cubicBezTo>
                <a:cubicBezTo>
                  <a:pt x="8449205" y="1432198"/>
                  <a:pt x="8449178" y="1436014"/>
                  <a:pt x="8448612" y="1439816"/>
                </a:cubicBezTo>
                <a:lnTo>
                  <a:pt x="8448113" y="1439783"/>
                </a:lnTo>
                <a:lnTo>
                  <a:pt x="8448087" y="1440278"/>
                </a:lnTo>
                <a:lnTo>
                  <a:pt x="8430969" y="1438652"/>
                </a:lnTo>
                <a:cubicBezTo>
                  <a:pt x="8398594" y="1438125"/>
                  <a:pt x="8366714" y="1435144"/>
                  <a:pt x="8335542" y="1429590"/>
                </a:cubicBezTo>
                <a:cubicBezTo>
                  <a:pt x="8329965" y="1430009"/>
                  <a:pt x="8324636" y="1429061"/>
                  <a:pt x="8319325" y="1428050"/>
                </a:cubicBezTo>
                <a:lnTo>
                  <a:pt x="8319209" y="1426902"/>
                </a:lnTo>
                <a:cubicBezTo>
                  <a:pt x="7960358" y="1367503"/>
                  <a:pt x="7679319" y="1086726"/>
                  <a:pt x="7629044" y="733861"/>
                </a:cubicBezTo>
                <a:cubicBezTo>
                  <a:pt x="7628876" y="733808"/>
                  <a:pt x="7628708" y="733803"/>
                  <a:pt x="7628538" y="733798"/>
                </a:cubicBezTo>
                <a:lnTo>
                  <a:pt x="7628000" y="727122"/>
                </a:lnTo>
                <a:cubicBezTo>
                  <a:pt x="7622941" y="696872"/>
                  <a:pt x="7620490" y="665981"/>
                  <a:pt x="7620533" y="634646"/>
                </a:cubicBezTo>
                <a:cubicBezTo>
                  <a:pt x="7619221" y="629018"/>
                  <a:pt x="7619162" y="623351"/>
                  <a:pt x="7619162" y="617670"/>
                </a:cubicBezTo>
                <a:lnTo>
                  <a:pt x="7619756" y="606230"/>
                </a:lnTo>
                <a:lnTo>
                  <a:pt x="7620254" y="606263"/>
                </a:lnTo>
                <a:close/>
                <a:moveTo>
                  <a:pt x="7597529" y="605769"/>
                </a:moveTo>
                <a:lnTo>
                  <a:pt x="7597555" y="606263"/>
                </a:lnTo>
                <a:lnTo>
                  <a:pt x="7598053" y="606230"/>
                </a:lnTo>
                <a:lnTo>
                  <a:pt x="7598647" y="617670"/>
                </a:lnTo>
                <a:cubicBezTo>
                  <a:pt x="7598647" y="623351"/>
                  <a:pt x="7598588" y="629018"/>
                  <a:pt x="7597276" y="634646"/>
                </a:cubicBezTo>
                <a:cubicBezTo>
                  <a:pt x="7597319" y="665981"/>
                  <a:pt x="7594868" y="696872"/>
                  <a:pt x="7589809" y="727122"/>
                </a:cubicBezTo>
                <a:lnTo>
                  <a:pt x="7589271" y="733798"/>
                </a:lnTo>
                <a:cubicBezTo>
                  <a:pt x="7589101" y="733803"/>
                  <a:pt x="7588933" y="733808"/>
                  <a:pt x="7588765" y="733861"/>
                </a:cubicBezTo>
                <a:cubicBezTo>
                  <a:pt x="7538490" y="1086726"/>
                  <a:pt x="7257451" y="1367503"/>
                  <a:pt x="6898600" y="1426902"/>
                </a:cubicBezTo>
                <a:lnTo>
                  <a:pt x="6898484" y="1428050"/>
                </a:lnTo>
                <a:cubicBezTo>
                  <a:pt x="6893173" y="1429061"/>
                  <a:pt x="6887844" y="1430009"/>
                  <a:pt x="6882267" y="1429590"/>
                </a:cubicBezTo>
                <a:cubicBezTo>
                  <a:pt x="6851095" y="1435144"/>
                  <a:pt x="6819215" y="1438125"/>
                  <a:pt x="6786841" y="1438652"/>
                </a:cubicBezTo>
                <a:lnTo>
                  <a:pt x="6769722" y="1440278"/>
                </a:lnTo>
                <a:lnTo>
                  <a:pt x="6769696" y="1439783"/>
                </a:lnTo>
                <a:lnTo>
                  <a:pt x="6769197" y="1439816"/>
                </a:lnTo>
                <a:cubicBezTo>
                  <a:pt x="6768631" y="1436014"/>
                  <a:pt x="6768604" y="1432198"/>
                  <a:pt x="6768604" y="1428376"/>
                </a:cubicBezTo>
                <a:cubicBezTo>
                  <a:pt x="6768604" y="1422694"/>
                  <a:pt x="6768663" y="1417025"/>
                  <a:pt x="6769975" y="1411395"/>
                </a:cubicBezTo>
                <a:cubicBezTo>
                  <a:pt x="6769933" y="1380067"/>
                  <a:pt x="6772382" y="1349182"/>
                  <a:pt x="6777439" y="1318938"/>
                </a:cubicBezTo>
                <a:lnTo>
                  <a:pt x="6777979" y="1312248"/>
                </a:lnTo>
                <a:cubicBezTo>
                  <a:pt x="6778148" y="1312243"/>
                  <a:pt x="6778317" y="1312238"/>
                  <a:pt x="6778485" y="1312185"/>
                </a:cubicBezTo>
                <a:cubicBezTo>
                  <a:pt x="6828761" y="959319"/>
                  <a:pt x="7109800" y="678542"/>
                  <a:pt x="7468650" y="619144"/>
                </a:cubicBezTo>
                <a:lnTo>
                  <a:pt x="7468767" y="617996"/>
                </a:lnTo>
                <a:cubicBezTo>
                  <a:pt x="7474076" y="616986"/>
                  <a:pt x="7479404" y="616038"/>
                  <a:pt x="7484980" y="616457"/>
                </a:cubicBezTo>
                <a:cubicBezTo>
                  <a:pt x="7516163" y="610900"/>
                  <a:pt x="7548056" y="607919"/>
                  <a:pt x="7580442" y="607392"/>
                </a:cubicBezTo>
                <a:close/>
                <a:moveTo>
                  <a:pt x="5928129" y="605769"/>
                </a:moveTo>
                <a:lnTo>
                  <a:pt x="5945217" y="607392"/>
                </a:lnTo>
                <a:cubicBezTo>
                  <a:pt x="5977602" y="607919"/>
                  <a:pt x="6009495" y="610900"/>
                  <a:pt x="6040678" y="616457"/>
                </a:cubicBezTo>
                <a:cubicBezTo>
                  <a:pt x="6046254" y="616038"/>
                  <a:pt x="6051582" y="616986"/>
                  <a:pt x="6056891" y="617996"/>
                </a:cubicBezTo>
                <a:lnTo>
                  <a:pt x="6057008" y="619144"/>
                </a:lnTo>
                <a:cubicBezTo>
                  <a:pt x="6415858" y="678542"/>
                  <a:pt x="6696897" y="959319"/>
                  <a:pt x="6747174" y="1312185"/>
                </a:cubicBezTo>
                <a:cubicBezTo>
                  <a:pt x="6747341" y="1312238"/>
                  <a:pt x="6747511" y="1312243"/>
                  <a:pt x="6747679" y="1312248"/>
                </a:cubicBezTo>
                <a:lnTo>
                  <a:pt x="6748220" y="1318938"/>
                </a:lnTo>
                <a:cubicBezTo>
                  <a:pt x="6753276" y="1349182"/>
                  <a:pt x="6755726" y="1380067"/>
                  <a:pt x="6755684" y="1411395"/>
                </a:cubicBezTo>
                <a:cubicBezTo>
                  <a:pt x="6756996" y="1417025"/>
                  <a:pt x="6757054" y="1422694"/>
                  <a:pt x="6757054" y="1428376"/>
                </a:cubicBezTo>
                <a:cubicBezTo>
                  <a:pt x="6757054" y="1432198"/>
                  <a:pt x="6757027" y="1436014"/>
                  <a:pt x="6756461" y="1439816"/>
                </a:cubicBezTo>
                <a:lnTo>
                  <a:pt x="6755962" y="1439783"/>
                </a:lnTo>
                <a:lnTo>
                  <a:pt x="6755936" y="1440278"/>
                </a:lnTo>
                <a:lnTo>
                  <a:pt x="6738818" y="1438652"/>
                </a:lnTo>
                <a:cubicBezTo>
                  <a:pt x="6706444" y="1438125"/>
                  <a:pt x="6674563" y="1435144"/>
                  <a:pt x="6643391" y="1429590"/>
                </a:cubicBezTo>
                <a:cubicBezTo>
                  <a:pt x="6637814" y="1430009"/>
                  <a:pt x="6632485" y="1429061"/>
                  <a:pt x="6627175" y="1428050"/>
                </a:cubicBezTo>
                <a:lnTo>
                  <a:pt x="6627059" y="1426902"/>
                </a:lnTo>
                <a:cubicBezTo>
                  <a:pt x="6268207" y="1367503"/>
                  <a:pt x="5987168" y="1086726"/>
                  <a:pt x="5936893" y="733861"/>
                </a:cubicBezTo>
                <a:cubicBezTo>
                  <a:pt x="5936725" y="733808"/>
                  <a:pt x="5936557" y="733803"/>
                  <a:pt x="5936387" y="733798"/>
                </a:cubicBezTo>
                <a:lnTo>
                  <a:pt x="5935849" y="727122"/>
                </a:lnTo>
                <a:cubicBezTo>
                  <a:pt x="5930790" y="696872"/>
                  <a:pt x="5928340" y="665981"/>
                  <a:pt x="5928382" y="634646"/>
                </a:cubicBezTo>
                <a:cubicBezTo>
                  <a:pt x="5927070" y="629018"/>
                  <a:pt x="5927011" y="623351"/>
                  <a:pt x="5927011" y="617670"/>
                </a:cubicBezTo>
                <a:lnTo>
                  <a:pt x="5927605" y="606230"/>
                </a:lnTo>
                <a:lnTo>
                  <a:pt x="5928103" y="606263"/>
                </a:lnTo>
                <a:close/>
                <a:moveTo>
                  <a:pt x="5905378" y="605769"/>
                </a:moveTo>
                <a:lnTo>
                  <a:pt x="5905404" y="606263"/>
                </a:lnTo>
                <a:lnTo>
                  <a:pt x="5905902" y="606230"/>
                </a:lnTo>
                <a:lnTo>
                  <a:pt x="5906496" y="617670"/>
                </a:lnTo>
                <a:cubicBezTo>
                  <a:pt x="5906496" y="623351"/>
                  <a:pt x="5906438" y="629018"/>
                  <a:pt x="5905126" y="634646"/>
                </a:cubicBezTo>
                <a:cubicBezTo>
                  <a:pt x="5905168" y="665981"/>
                  <a:pt x="5902717" y="696872"/>
                  <a:pt x="5897659" y="727122"/>
                </a:cubicBezTo>
                <a:lnTo>
                  <a:pt x="5897120" y="733798"/>
                </a:lnTo>
                <a:cubicBezTo>
                  <a:pt x="5896951" y="733803"/>
                  <a:pt x="5896782" y="733808"/>
                  <a:pt x="5896615" y="733861"/>
                </a:cubicBezTo>
                <a:cubicBezTo>
                  <a:pt x="5846339" y="1086726"/>
                  <a:pt x="5565300" y="1367503"/>
                  <a:pt x="5206449" y="1426902"/>
                </a:cubicBezTo>
                <a:lnTo>
                  <a:pt x="5206334" y="1428050"/>
                </a:lnTo>
                <a:cubicBezTo>
                  <a:pt x="5201022" y="1429061"/>
                  <a:pt x="5195693" y="1430009"/>
                  <a:pt x="5190116" y="1429590"/>
                </a:cubicBezTo>
                <a:cubicBezTo>
                  <a:pt x="5158944" y="1435144"/>
                  <a:pt x="5127065" y="1438125"/>
                  <a:pt x="5094690" y="1438652"/>
                </a:cubicBezTo>
                <a:lnTo>
                  <a:pt x="5077571" y="1440278"/>
                </a:lnTo>
                <a:lnTo>
                  <a:pt x="5077545" y="1439783"/>
                </a:lnTo>
                <a:lnTo>
                  <a:pt x="5077046" y="1439816"/>
                </a:lnTo>
                <a:cubicBezTo>
                  <a:pt x="5076480" y="1436014"/>
                  <a:pt x="5076453" y="1432198"/>
                  <a:pt x="5076453" y="1428376"/>
                </a:cubicBezTo>
                <a:cubicBezTo>
                  <a:pt x="5076453" y="1422694"/>
                  <a:pt x="5076512" y="1417025"/>
                  <a:pt x="5077824" y="1411395"/>
                </a:cubicBezTo>
                <a:cubicBezTo>
                  <a:pt x="5077782" y="1380067"/>
                  <a:pt x="5080231" y="1349182"/>
                  <a:pt x="5085288" y="1318938"/>
                </a:cubicBezTo>
                <a:lnTo>
                  <a:pt x="5085828" y="1312248"/>
                </a:lnTo>
                <a:cubicBezTo>
                  <a:pt x="5085997" y="1312243"/>
                  <a:pt x="5086166" y="1312238"/>
                  <a:pt x="5086334" y="1312185"/>
                </a:cubicBezTo>
                <a:cubicBezTo>
                  <a:pt x="5136610" y="959319"/>
                  <a:pt x="5417649" y="678542"/>
                  <a:pt x="5776501" y="619144"/>
                </a:cubicBezTo>
                <a:lnTo>
                  <a:pt x="5776617" y="617996"/>
                </a:lnTo>
                <a:cubicBezTo>
                  <a:pt x="5781926" y="616986"/>
                  <a:pt x="5787253" y="616038"/>
                  <a:pt x="5792829" y="616457"/>
                </a:cubicBezTo>
                <a:cubicBezTo>
                  <a:pt x="5824013" y="610900"/>
                  <a:pt x="5855905" y="607919"/>
                  <a:pt x="5888291" y="607392"/>
                </a:cubicBezTo>
                <a:close/>
                <a:moveTo>
                  <a:pt x="4235979" y="605769"/>
                </a:moveTo>
                <a:lnTo>
                  <a:pt x="4253065" y="607392"/>
                </a:lnTo>
                <a:cubicBezTo>
                  <a:pt x="4285451" y="607919"/>
                  <a:pt x="4317343" y="610900"/>
                  <a:pt x="4348528" y="616457"/>
                </a:cubicBezTo>
                <a:cubicBezTo>
                  <a:pt x="4354104" y="616038"/>
                  <a:pt x="4359431" y="616986"/>
                  <a:pt x="4364739" y="617996"/>
                </a:cubicBezTo>
                <a:lnTo>
                  <a:pt x="4364856" y="619144"/>
                </a:lnTo>
                <a:cubicBezTo>
                  <a:pt x="4723707" y="678542"/>
                  <a:pt x="5004746" y="959319"/>
                  <a:pt x="5055022" y="1312185"/>
                </a:cubicBezTo>
                <a:cubicBezTo>
                  <a:pt x="5055190" y="1312238"/>
                  <a:pt x="5055359" y="1312243"/>
                  <a:pt x="5055528" y="1312248"/>
                </a:cubicBezTo>
                <a:lnTo>
                  <a:pt x="5056068" y="1318938"/>
                </a:lnTo>
                <a:cubicBezTo>
                  <a:pt x="5061125" y="1349182"/>
                  <a:pt x="5063574" y="1380067"/>
                  <a:pt x="5063532" y="1411395"/>
                </a:cubicBezTo>
                <a:cubicBezTo>
                  <a:pt x="5064844" y="1417025"/>
                  <a:pt x="5064903" y="1422694"/>
                  <a:pt x="5064903" y="1428376"/>
                </a:cubicBezTo>
                <a:cubicBezTo>
                  <a:pt x="5064903" y="1432198"/>
                  <a:pt x="5064876" y="1436014"/>
                  <a:pt x="5064310" y="1439816"/>
                </a:cubicBezTo>
                <a:lnTo>
                  <a:pt x="5063811" y="1439783"/>
                </a:lnTo>
                <a:lnTo>
                  <a:pt x="5063785" y="1440278"/>
                </a:lnTo>
                <a:lnTo>
                  <a:pt x="5046666" y="1438652"/>
                </a:lnTo>
                <a:cubicBezTo>
                  <a:pt x="5014292" y="1438125"/>
                  <a:pt x="4982412" y="1435144"/>
                  <a:pt x="4951241" y="1429590"/>
                </a:cubicBezTo>
                <a:cubicBezTo>
                  <a:pt x="4945663" y="1430009"/>
                  <a:pt x="4940334" y="1429061"/>
                  <a:pt x="4935023" y="1428050"/>
                </a:cubicBezTo>
                <a:lnTo>
                  <a:pt x="4934907" y="1426902"/>
                </a:lnTo>
                <a:cubicBezTo>
                  <a:pt x="4576056" y="1367503"/>
                  <a:pt x="4295017" y="1086726"/>
                  <a:pt x="4244741" y="733861"/>
                </a:cubicBezTo>
                <a:cubicBezTo>
                  <a:pt x="4244574" y="733808"/>
                  <a:pt x="4244405" y="733803"/>
                  <a:pt x="4244236" y="733798"/>
                </a:cubicBezTo>
                <a:lnTo>
                  <a:pt x="4243697" y="727122"/>
                </a:lnTo>
                <a:cubicBezTo>
                  <a:pt x="4238639" y="696872"/>
                  <a:pt x="4236188" y="665981"/>
                  <a:pt x="4236230" y="634646"/>
                </a:cubicBezTo>
                <a:cubicBezTo>
                  <a:pt x="4234918" y="629018"/>
                  <a:pt x="4234860" y="623351"/>
                  <a:pt x="4234860" y="617670"/>
                </a:cubicBezTo>
                <a:lnTo>
                  <a:pt x="4235454" y="606230"/>
                </a:lnTo>
                <a:lnTo>
                  <a:pt x="4235952" y="606263"/>
                </a:lnTo>
                <a:close/>
                <a:moveTo>
                  <a:pt x="4213227" y="605769"/>
                </a:moveTo>
                <a:lnTo>
                  <a:pt x="4213253" y="606263"/>
                </a:lnTo>
                <a:lnTo>
                  <a:pt x="4213751" y="606230"/>
                </a:lnTo>
                <a:lnTo>
                  <a:pt x="4214345" y="617670"/>
                </a:lnTo>
                <a:cubicBezTo>
                  <a:pt x="4214345" y="623351"/>
                  <a:pt x="4214286" y="629018"/>
                  <a:pt x="4212974" y="634646"/>
                </a:cubicBezTo>
                <a:cubicBezTo>
                  <a:pt x="4213016" y="665981"/>
                  <a:pt x="4210566" y="696872"/>
                  <a:pt x="4205507" y="727122"/>
                </a:cubicBezTo>
                <a:lnTo>
                  <a:pt x="4204969" y="733798"/>
                </a:lnTo>
                <a:cubicBezTo>
                  <a:pt x="4204799" y="733803"/>
                  <a:pt x="4204631" y="733808"/>
                  <a:pt x="4204463" y="733861"/>
                </a:cubicBezTo>
                <a:cubicBezTo>
                  <a:pt x="4154188" y="1086726"/>
                  <a:pt x="3873149" y="1367503"/>
                  <a:pt x="3514297" y="1426902"/>
                </a:cubicBezTo>
                <a:lnTo>
                  <a:pt x="3514181" y="1428050"/>
                </a:lnTo>
                <a:cubicBezTo>
                  <a:pt x="3508871" y="1429061"/>
                  <a:pt x="3503542" y="1430009"/>
                  <a:pt x="3497965" y="1429590"/>
                </a:cubicBezTo>
                <a:cubicBezTo>
                  <a:pt x="3466793" y="1435144"/>
                  <a:pt x="3434912" y="1438125"/>
                  <a:pt x="3402538" y="1438652"/>
                </a:cubicBezTo>
                <a:lnTo>
                  <a:pt x="3385420" y="1440278"/>
                </a:lnTo>
                <a:lnTo>
                  <a:pt x="3385394" y="1439783"/>
                </a:lnTo>
                <a:lnTo>
                  <a:pt x="3384895" y="1439816"/>
                </a:lnTo>
                <a:cubicBezTo>
                  <a:pt x="3384329" y="1436014"/>
                  <a:pt x="3384302" y="1432198"/>
                  <a:pt x="3384302" y="1428376"/>
                </a:cubicBezTo>
                <a:cubicBezTo>
                  <a:pt x="3384302" y="1422694"/>
                  <a:pt x="3384360" y="1417025"/>
                  <a:pt x="3385672" y="1411395"/>
                </a:cubicBezTo>
                <a:cubicBezTo>
                  <a:pt x="3385630" y="1380067"/>
                  <a:pt x="3388080" y="1349182"/>
                  <a:pt x="3393136" y="1318938"/>
                </a:cubicBezTo>
                <a:lnTo>
                  <a:pt x="3393677" y="1312248"/>
                </a:lnTo>
                <a:cubicBezTo>
                  <a:pt x="3393845" y="1312243"/>
                  <a:pt x="3394015" y="1312238"/>
                  <a:pt x="3394182" y="1312185"/>
                </a:cubicBezTo>
                <a:cubicBezTo>
                  <a:pt x="3444459" y="959319"/>
                  <a:pt x="3725498" y="678542"/>
                  <a:pt x="4084348" y="619144"/>
                </a:cubicBezTo>
                <a:lnTo>
                  <a:pt x="4084465" y="617996"/>
                </a:lnTo>
                <a:cubicBezTo>
                  <a:pt x="4089774" y="616986"/>
                  <a:pt x="4095102" y="616038"/>
                  <a:pt x="4100678" y="616457"/>
                </a:cubicBezTo>
                <a:cubicBezTo>
                  <a:pt x="4131861" y="610900"/>
                  <a:pt x="4163754" y="607919"/>
                  <a:pt x="4196139" y="607392"/>
                </a:cubicBezTo>
                <a:close/>
                <a:moveTo>
                  <a:pt x="2543827" y="605769"/>
                </a:moveTo>
                <a:lnTo>
                  <a:pt x="2560914" y="607392"/>
                </a:lnTo>
                <a:cubicBezTo>
                  <a:pt x="2593300" y="607919"/>
                  <a:pt x="2625192" y="610900"/>
                  <a:pt x="2656376" y="616457"/>
                </a:cubicBezTo>
                <a:cubicBezTo>
                  <a:pt x="2661952" y="616038"/>
                  <a:pt x="2667280" y="616986"/>
                  <a:pt x="2672588" y="617996"/>
                </a:cubicBezTo>
                <a:lnTo>
                  <a:pt x="2672706" y="619144"/>
                </a:lnTo>
                <a:cubicBezTo>
                  <a:pt x="3031556" y="678542"/>
                  <a:pt x="3312595" y="959319"/>
                  <a:pt x="3362871" y="1312185"/>
                </a:cubicBezTo>
                <a:cubicBezTo>
                  <a:pt x="3363039" y="1312238"/>
                  <a:pt x="3363208" y="1312243"/>
                  <a:pt x="3363377" y="1312248"/>
                </a:cubicBezTo>
                <a:lnTo>
                  <a:pt x="3363917" y="1318938"/>
                </a:lnTo>
                <a:cubicBezTo>
                  <a:pt x="3368974" y="1349182"/>
                  <a:pt x="3371423" y="1380067"/>
                  <a:pt x="3371381" y="1411395"/>
                </a:cubicBezTo>
                <a:cubicBezTo>
                  <a:pt x="3372693" y="1417025"/>
                  <a:pt x="3372752" y="1422694"/>
                  <a:pt x="3372752" y="1428376"/>
                </a:cubicBezTo>
                <a:cubicBezTo>
                  <a:pt x="3372752" y="1432198"/>
                  <a:pt x="3372725" y="1436014"/>
                  <a:pt x="3372159" y="1439816"/>
                </a:cubicBezTo>
                <a:lnTo>
                  <a:pt x="3371660" y="1439783"/>
                </a:lnTo>
                <a:lnTo>
                  <a:pt x="3371634" y="1440278"/>
                </a:lnTo>
                <a:lnTo>
                  <a:pt x="3354515" y="1438652"/>
                </a:lnTo>
                <a:cubicBezTo>
                  <a:pt x="3322141" y="1438125"/>
                  <a:pt x="3290261" y="1435144"/>
                  <a:pt x="3259089" y="1429590"/>
                </a:cubicBezTo>
                <a:cubicBezTo>
                  <a:pt x="3253512" y="1430009"/>
                  <a:pt x="3248183" y="1429061"/>
                  <a:pt x="3242872" y="1428050"/>
                </a:cubicBezTo>
                <a:lnTo>
                  <a:pt x="3242756" y="1426902"/>
                </a:lnTo>
                <a:cubicBezTo>
                  <a:pt x="2883905" y="1367503"/>
                  <a:pt x="2602866" y="1086726"/>
                  <a:pt x="2552590" y="733861"/>
                </a:cubicBezTo>
                <a:cubicBezTo>
                  <a:pt x="2552423" y="733808"/>
                  <a:pt x="2552254" y="733803"/>
                  <a:pt x="2552085" y="733798"/>
                </a:cubicBezTo>
                <a:lnTo>
                  <a:pt x="2551547" y="727122"/>
                </a:lnTo>
                <a:cubicBezTo>
                  <a:pt x="2546488" y="696872"/>
                  <a:pt x="2544037" y="665981"/>
                  <a:pt x="2544079" y="634646"/>
                </a:cubicBezTo>
                <a:cubicBezTo>
                  <a:pt x="2542767" y="629018"/>
                  <a:pt x="2542709" y="623351"/>
                  <a:pt x="2542709" y="617670"/>
                </a:cubicBezTo>
                <a:lnTo>
                  <a:pt x="2543303" y="606230"/>
                </a:lnTo>
                <a:lnTo>
                  <a:pt x="2543801" y="606263"/>
                </a:lnTo>
                <a:close/>
                <a:moveTo>
                  <a:pt x="2521076" y="605769"/>
                </a:moveTo>
                <a:lnTo>
                  <a:pt x="2521102" y="606263"/>
                </a:lnTo>
                <a:lnTo>
                  <a:pt x="2521600" y="606230"/>
                </a:lnTo>
                <a:lnTo>
                  <a:pt x="2522194" y="617670"/>
                </a:lnTo>
                <a:cubicBezTo>
                  <a:pt x="2522194" y="623351"/>
                  <a:pt x="2522135" y="629018"/>
                  <a:pt x="2520823" y="634646"/>
                </a:cubicBezTo>
                <a:cubicBezTo>
                  <a:pt x="2520865" y="665981"/>
                  <a:pt x="2518415" y="696872"/>
                  <a:pt x="2513356" y="727122"/>
                </a:cubicBezTo>
                <a:lnTo>
                  <a:pt x="2512818" y="733798"/>
                </a:lnTo>
                <a:cubicBezTo>
                  <a:pt x="2512648" y="733803"/>
                  <a:pt x="2512480" y="733808"/>
                  <a:pt x="2512312" y="733861"/>
                </a:cubicBezTo>
                <a:cubicBezTo>
                  <a:pt x="2462037" y="1086726"/>
                  <a:pt x="2180998" y="1367503"/>
                  <a:pt x="1822147" y="1426902"/>
                </a:cubicBezTo>
                <a:lnTo>
                  <a:pt x="1822030" y="1428050"/>
                </a:lnTo>
                <a:cubicBezTo>
                  <a:pt x="1816720" y="1429061"/>
                  <a:pt x="1811391" y="1430009"/>
                  <a:pt x="1805814" y="1429590"/>
                </a:cubicBezTo>
                <a:cubicBezTo>
                  <a:pt x="1774642" y="1435144"/>
                  <a:pt x="1742762" y="1438125"/>
                  <a:pt x="1710387" y="1438652"/>
                </a:cubicBezTo>
                <a:lnTo>
                  <a:pt x="1693269" y="1440278"/>
                </a:lnTo>
                <a:lnTo>
                  <a:pt x="1693243" y="1439783"/>
                </a:lnTo>
                <a:lnTo>
                  <a:pt x="1692744" y="1439816"/>
                </a:lnTo>
                <a:cubicBezTo>
                  <a:pt x="1692178" y="1436014"/>
                  <a:pt x="1692151" y="1432198"/>
                  <a:pt x="1692151" y="1428376"/>
                </a:cubicBezTo>
                <a:cubicBezTo>
                  <a:pt x="1692151" y="1422694"/>
                  <a:pt x="1692209" y="1417025"/>
                  <a:pt x="1693521" y="1411395"/>
                </a:cubicBezTo>
                <a:cubicBezTo>
                  <a:pt x="1693479" y="1380067"/>
                  <a:pt x="1695929" y="1349182"/>
                  <a:pt x="1700985" y="1318938"/>
                </a:cubicBezTo>
                <a:lnTo>
                  <a:pt x="1701526" y="1312248"/>
                </a:lnTo>
                <a:cubicBezTo>
                  <a:pt x="1701694" y="1312243"/>
                  <a:pt x="1701864" y="1312238"/>
                  <a:pt x="1702031" y="1312185"/>
                </a:cubicBezTo>
                <a:cubicBezTo>
                  <a:pt x="1752308" y="959319"/>
                  <a:pt x="2033347" y="678542"/>
                  <a:pt x="2392197" y="619144"/>
                </a:cubicBezTo>
                <a:lnTo>
                  <a:pt x="2392314" y="617996"/>
                </a:lnTo>
                <a:cubicBezTo>
                  <a:pt x="2397623" y="616986"/>
                  <a:pt x="2402951" y="616038"/>
                  <a:pt x="2408527" y="616457"/>
                </a:cubicBezTo>
                <a:cubicBezTo>
                  <a:pt x="2439710" y="610900"/>
                  <a:pt x="2471603" y="607919"/>
                  <a:pt x="2503988" y="607392"/>
                </a:cubicBezTo>
                <a:close/>
                <a:moveTo>
                  <a:pt x="851676" y="605769"/>
                </a:moveTo>
                <a:lnTo>
                  <a:pt x="868763" y="607392"/>
                </a:lnTo>
                <a:cubicBezTo>
                  <a:pt x="901149" y="607919"/>
                  <a:pt x="933041" y="610900"/>
                  <a:pt x="964225" y="616457"/>
                </a:cubicBezTo>
                <a:cubicBezTo>
                  <a:pt x="969801" y="616038"/>
                  <a:pt x="975129" y="616986"/>
                  <a:pt x="980437" y="617996"/>
                </a:cubicBezTo>
                <a:lnTo>
                  <a:pt x="980555" y="619144"/>
                </a:lnTo>
                <a:cubicBezTo>
                  <a:pt x="1339405" y="678542"/>
                  <a:pt x="1620444" y="959319"/>
                  <a:pt x="1670720" y="1312185"/>
                </a:cubicBezTo>
                <a:cubicBezTo>
                  <a:pt x="1670888" y="1312238"/>
                  <a:pt x="1671057" y="1312243"/>
                  <a:pt x="1671226" y="1312248"/>
                </a:cubicBezTo>
                <a:lnTo>
                  <a:pt x="1671766" y="1318938"/>
                </a:lnTo>
                <a:cubicBezTo>
                  <a:pt x="1676823" y="1349182"/>
                  <a:pt x="1679272" y="1380067"/>
                  <a:pt x="1679230" y="1411395"/>
                </a:cubicBezTo>
                <a:cubicBezTo>
                  <a:pt x="1680542" y="1417025"/>
                  <a:pt x="1680601" y="1422694"/>
                  <a:pt x="1680601" y="1428376"/>
                </a:cubicBezTo>
                <a:cubicBezTo>
                  <a:pt x="1680601" y="1432198"/>
                  <a:pt x="1680574" y="1436014"/>
                  <a:pt x="1680008" y="1439816"/>
                </a:cubicBezTo>
                <a:lnTo>
                  <a:pt x="1679509" y="1439783"/>
                </a:lnTo>
                <a:lnTo>
                  <a:pt x="1679483" y="1440278"/>
                </a:lnTo>
                <a:lnTo>
                  <a:pt x="1662364" y="1438652"/>
                </a:lnTo>
                <a:cubicBezTo>
                  <a:pt x="1629990" y="1438125"/>
                  <a:pt x="1598110" y="1435144"/>
                  <a:pt x="1566938" y="1429590"/>
                </a:cubicBezTo>
                <a:cubicBezTo>
                  <a:pt x="1561361" y="1430009"/>
                  <a:pt x="1556032" y="1429061"/>
                  <a:pt x="1550721" y="1428050"/>
                </a:cubicBezTo>
                <a:lnTo>
                  <a:pt x="1550605" y="1426902"/>
                </a:lnTo>
                <a:cubicBezTo>
                  <a:pt x="1191754" y="1367503"/>
                  <a:pt x="910715" y="1086726"/>
                  <a:pt x="860439" y="733861"/>
                </a:cubicBezTo>
                <a:cubicBezTo>
                  <a:pt x="860272" y="733808"/>
                  <a:pt x="860103" y="733803"/>
                  <a:pt x="859934" y="733798"/>
                </a:cubicBezTo>
                <a:lnTo>
                  <a:pt x="859396" y="727122"/>
                </a:lnTo>
                <a:cubicBezTo>
                  <a:pt x="854337" y="696872"/>
                  <a:pt x="851886" y="665981"/>
                  <a:pt x="851928" y="634646"/>
                </a:cubicBezTo>
                <a:cubicBezTo>
                  <a:pt x="850616" y="629018"/>
                  <a:pt x="850558" y="623351"/>
                  <a:pt x="850558" y="617670"/>
                </a:cubicBezTo>
                <a:lnTo>
                  <a:pt x="851152" y="606230"/>
                </a:lnTo>
                <a:lnTo>
                  <a:pt x="851650" y="606263"/>
                </a:lnTo>
                <a:close/>
                <a:moveTo>
                  <a:pt x="828925" y="605769"/>
                </a:moveTo>
                <a:lnTo>
                  <a:pt x="828951" y="606263"/>
                </a:lnTo>
                <a:lnTo>
                  <a:pt x="829449" y="606230"/>
                </a:lnTo>
                <a:lnTo>
                  <a:pt x="830043" y="617670"/>
                </a:lnTo>
                <a:cubicBezTo>
                  <a:pt x="830043" y="623351"/>
                  <a:pt x="829984" y="629018"/>
                  <a:pt x="828672" y="634646"/>
                </a:cubicBezTo>
                <a:cubicBezTo>
                  <a:pt x="828714" y="665981"/>
                  <a:pt x="826264" y="696872"/>
                  <a:pt x="821205" y="727122"/>
                </a:cubicBezTo>
                <a:lnTo>
                  <a:pt x="820667" y="733798"/>
                </a:lnTo>
                <a:cubicBezTo>
                  <a:pt x="820497" y="733803"/>
                  <a:pt x="820329" y="733808"/>
                  <a:pt x="820161" y="733861"/>
                </a:cubicBezTo>
                <a:cubicBezTo>
                  <a:pt x="769886" y="1086726"/>
                  <a:pt x="488847" y="1367503"/>
                  <a:pt x="129995" y="1426902"/>
                </a:cubicBezTo>
                <a:lnTo>
                  <a:pt x="129879" y="1428050"/>
                </a:lnTo>
                <a:cubicBezTo>
                  <a:pt x="124569" y="1429061"/>
                  <a:pt x="119240" y="1430009"/>
                  <a:pt x="113663" y="1429590"/>
                </a:cubicBezTo>
                <a:cubicBezTo>
                  <a:pt x="82491" y="1435144"/>
                  <a:pt x="50611" y="1438125"/>
                  <a:pt x="18236" y="1438652"/>
                </a:cubicBezTo>
                <a:lnTo>
                  <a:pt x="1118" y="1440278"/>
                </a:lnTo>
                <a:lnTo>
                  <a:pt x="1092" y="1439783"/>
                </a:lnTo>
                <a:lnTo>
                  <a:pt x="593" y="1439816"/>
                </a:lnTo>
                <a:cubicBezTo>
                  <a:pt x="27" y="1436014"/>
                  <a:pt x="0" y="1432198"/>
                  <a:pt x="0" y="1428376"/>
                </a:cubicBezTo>
                <a:cubicBezTo>
                  <a:pt x="0" y="1422694"/>
                  <a:pt x="58" y="1417025"/>
                  <a:pt x="1370" y="1411395"/>
                </a:cubicBezTo>
                <a:cubicBezTo>
                  <a:pt x="1328" y="1380067"/>
                  <a:pt x="3778" y="1349182"/>
                  <a:pt x="8835" y="1318938"/>
                </a:cubicBezTo>
                <a:lnTo>
                  <a:pt x="9375" y="1312248"/>
                </a:lnTo>
                <a:cubicBezTo>
                  <a:pt x="9543" y="1312243"/>
                  <a:pt x="9713" y="1312238"/>
                  <a:pt x="9880" y="1312185"/>
                </a:cubicBezTo>
                <a:cubicBezTo>
                  <a:pt x="60157" y="959319"/>
                  <a:pt x="341196" y="678542"/>
                  <a:pt x="700046" y="619144"/>
                </a:cubicBezTo>
                <a:lnTo>
                  <a:pt x="700163" y="617996"/>
                </a:lnTo>
                <a:cubicBezTo>
                  <a:pt x="705472" y="616986"/>
                  <a:pt x="710800" y="616038"/>
                  <a:pt x="716376" y="616457"/>
                </a:cubicBezTo>
                <a:cubicBezTo>
                  <a:pt x="747559" y="610900"/>
                  <a:pt x="779452" y="607919"/>
                  <a:pt x="811837" y="607392"/>
                </a:cubicBezTo>
                <a:close/>
                <a:moveTo>
                  <a:pt x="8824701" y="0"/>
                </a:moveTo>
                <a:lnTo>
                  <a:pt x="9033411" y="0"/>
                </a:lnTo>
                <a:cubicBezTo>
                  <a:pt x="9066347" y="30426"/>
                  <a:pt x="9096640" y="63469"/>
                  <a:pt x="9123965" y="98781"/>
                </a:cubicBezTo>
                <a:lnTo>
                  <a:pt x="9139239" y="122382"/>
                </a:lnTo>
                <a:lnTo>
                  <a:pt x="9139239" y="425734"/>
                </a:lnTo>
                <a:lnTo>
                  <a:pt x="9104305" y="314451"/>
                </a:lnTo>
                <a:cubicBezTo>
                  <a:pt x="9046997" y="183490"/>
                  <a:pt x="8948803" y="73504"/>
                  <a:pt x="8824701" y="0"/>
                </a:cubicBezTo>
                <a:close/>
                <a:moveTo>
                  <a:pt x="8494877" y="0"/>
                </a:moveTo>
                <a:lnTo>
                  <a:pt x="8628893" y="0"/>
                </a:lnTo>
                <a:cubicBezTo>
                  <a:pt x="8697052" y="198004"/>
                  <a:pt x="8856086" y="355591"/>
                  <a:pt x="9058275" y="426756"/>
                </a:cubicBezTo>
                <a:lnTo>
                  <a:pt x="9139239" y="449526"/>
                </a:lnTo>
                <a:lnTo>
                  <a:pt x="9139239" y="577136"/>
                </a:lnTo>
                <a:lnTo>
                  <a:pt x="9043252" y="554355"/>
                </a:lnTo>
                <a:cubicBezTo>
                  <a:pt x="8776836" y="470904"/>
                  <a:pt x="8569058" y="262348"/>
                  <a:pt x="8494877" y="0"/>
                </a:cubicBezTo>
                <a:close/>
                <a:moveTo>
                  <a:pt x="7876547" y="0"/>
                </a:moveTo>
                <a:lnTo>
                  <a:pt x="8085257" y="0"/>
                </a:lnTo>
                <a:cubicBezTo>
                  <a:pt x="7919787" y="98005"/>
                  <a:pt x="7800378" y="260867"/>
                  <a:pt x="7762527" y="451830"/>
                </a:cubicBezTo>
                <a:cubicBezTo>
                  <a:pt x="8006579" y="399791"/>
                  <a:pt x="8203169" y="226290"/>
                  <a:pt x="8281065" y="0"/>
                </a:cubicBezTo>
                <a:lnTo>
                  <a:pt x="8415081" y="0"/>
                </a:lnTo>
                <a:cubicBezTo>
                  <a:pt x="8330303" y="299826"/>
                  <a:pt x="8071031" y="529393"/>
                  <a:pt x="7749156" y="582253"/>
                </a:cubicBezTo>
                <a:lnTo>
                  <a:pt x="7749040" y="583392"/>
                </a:lnTo>
                <a:cubicBezTo>
                  <a:pt x="7743729" y="584395"/>
                  <a:pt x="7738400" y="585336"/>
                  <a:pt x="7732823" y="584920"/>
                </a:cubicBezTo>
                <a:cubicBezTo>
                  <a:pt x="7701651" y="590430"/>
                  <a:pt x="7669771" y="593388"/>
                  <a:pt x="7637396" y="593911"/>
                </a:cubicBezTo>
                <a:lnTo>
                  <a:pt x="7620278" y="595524"/>
                </a:lnTo>
                <a:lnTo>
                  <a:pt x="7620252" y="595033"/>
                </a:lnTo>
                <a:lnTo>
                  <a:pt x="7619753" y="595066"/>
                </a:lnTo>
                <a:cubicBezTo>
                  <a:pt x="7619187" y="591293"/>
                  <a:pt x="7619160" y="587507"/>
                  <a:pt x="7619160" y="583715"/>
                </a:cubicBezTo>
                <a:cubicBezTo>
                  <a:pt x="7619160" y="578078"/>
                  <a:pt x="7619219" y="572454"/>
                  <a:pt x="7620531" y="566868"/>
                </a:cubicBezTo>
                <a:cubicBezTo>
                  <a:pt x="7620488" y="535786"/>
                  <a:pt x="7622938" y="505143"/>
                  <a:pt x="7627995" y="475137"/>
                </a:cubicBezTo>
                <a:lnTo>
                  <a:pt x="7628535" y="468500"/>
                </a:lnTo>
                <a:cubicBezTo>
                  <a:pt x="7628704" y="468495"/>
                  <a:pt x="7628873" y="468490"/>
                  <a:pt x="7629040" y="468437"/>
                </a:cubicBezTo>
                <a:cubicBezTo>
                  <a:pt x="7655343" y="285283"/>
                  <a:pt x="7744803" y="121704"/>
                  <a:pt x="7876547" y="0"/>
                </a:cubicBezTo>
                <a:close/>
                <a:moveTo>
                  <a:pt x="6802727" y="0"/>
                </a:moveTo>
                <a:lnTo>
                  <a:pt x="6936742" y="0"/>
                </a:lnTo>
                <a:cubicBezTo>
                  <a:pt x="7014638" y="226290"/>
                  <a:pt x="7211228" y="399791"/>
                  <a:pt x="7455280" y="451830"/>
                </a:cubicBezTo>
                <a:cubicBezTo>
                  <a:pt x="7417429" y="260867"/>
                  <a:pt x="7298020" y="98005"/>
                  <a:pt x="7132550" y="0"/>
                </a:cubicBezTo>
                <a:lnTo>
                  <a:pt x="7341259" y="0"/>
                </a:lnTo>
                <a:cubicBezTo>
                  <a:pt x="7473003" y="121704"/>
                  <a:pt x="7562464" y="285283"/>
                  <a:pt x="7588766" y="468437"/>
                </a:cubicBezTo>
                <a:cubicBezTo>
                  <a:pt x="7588934" y="468490"/>
                  <a:pt x="7589103" y="468495"/>
                  <a:pt x="7589272" y="468500"/>
                </a:cubicBezTo>
                <a:lnTo>
                  <a:pt x="7589812" y="475137"/>
                </a:lnTo>
                <a:cubicBezTo>
                  <a:pt x="7594869" y="505143"/>
                  <a:pt x="7597319" y="535786"/>
                  <a:pt x="7597276" y="566868"/>
                </a:cubicBezTo>
                <a:cubicBezTo>
                  <a:pt x="7598588" y="572454"/>
                  <a:pt x="7598647" y="578078"/>
                  <a:pt x="7598647" y="583715"/>
                </a:cubicBezTo>
                <a:cubicBezTo>
                  <a:pt x="7598647" y="587507"/>
                  <a:pt x="7598620" y="591293"/>
                  <a:pt x="7598054" y="595066"/>
                </a:cubicBezTo>
                <a:lnTo>
                  <a:pt x="7597555" y="595033"/>
                </a:lnTo>
                <a:lnTo>
                  <a:pt x="7597529" y="595524"/>
                </a:lnTo>
                <a:lnTo>
                  <a:pt x="7580411" y="593911"/>
                </a:lnTo>
                <a:cubicBezTo>
                  <a:pt x="7548036" y="593388"/>
                  <a:pt x="7516156" y="590430"/>
                  <a:pt x="7484984" y="584920"/>
                </a:cubicBezTo>
                <a:cubicBezTo>
                  <a:pt x="7479407" y="585336"/>
                  <a:pt x="7474078" y="584395"/>
                  <a:pt x="7468767" y="583392"/>
                </a:cubicBezTo>
                <a:lnTo>
                  <a:pt x="7468651" y="582253"/>
                </a:lnTo>
                <a:cubicBezTo>
                  <a:pt x="7146776" y="529393"/>
                  <a:pt x="6887504" y="299826"/>
                  <a:pt x="6802727" y="0"/>
                </a:cubicBezTo>
                <a:close/>
                <a:moveTo>
                  <a:pt x="6184397" y="0"/>
                </a:moveTo>
                <a:lnTo>
                  <a:pt x="6393106" y="0"/>
                </a:lnTo>
                <a:cubicBezTo>
                  <a:pt x="6227636" y="98005"/>
                  <a:pt x="6108227" y="260867"/>
                  <a:pt x="6070376" y="451830"/>
                </a:cubicBezTo>
                <a:cubicBezTo>
                  <a:pt x="6314429" y="399791"/>
                  <a:pt x="6511018" y="226290"/>
                  <a:pt x="6588914" y="0"/>
                </a:cubicBezTo>
                <a:lnTo>
                  <a:pt x="6722931" y="0"/>
                </a:lnTo>
                <a:cubicBezTo>
                  <a:pt x="6638152" y="299826"/>
                  <a:pt x="6378880" y="529393"/>
                  <a:pt x="6057005" y="582253"/>
                </a:cubicBezTo>
                <a:lnTo>
                  <a:pt x="6056889" y="583392"/>
                </a:lnTo>
                <a:cubicBezTo>
                  <a:pt x="6051578" y="584395"/>
                  <a:pt x="6046249" y="585336"/>
                  <a:pt x="6040672" y="584920"/>
                </a:cubicBezTo>
                <a:cubicBezTo>
                  <a:pt x="6009500" y="590430"/>
                  <a:pt x="5977620" y="593388"/>
                  <a:pt x="5945246" y="593911"/>
                </a:cubicBezTo>
                <a:lnTo>
                  <a:pt x="5928127" y="595524"/>
                </a:lnTo>
                <a:lnTo>
                  <a:pt x="5928101" y="595033"/>
                </a:lnTo>
                <a:lnTo>
                  <a:pt x="5927602" y="595066"/>
                </a:lnTo>
                <a:cubicBezTo>
                  <a:pt x="5927036" y="591293"/>
                  <a:pt x="5927009" y="587507"/>
                  <a:pt x="5927009" y="583715"/>
                </a:cubicBezTo>
                <a:cubicBezTo>
                  <a:pt x="5927009" y="578078"/>
                  <a:pt x="5927068" y="572454"/>
                  <a:pt x="5928380" y="566868"/>
                </a:cubicBezTo>
                <a:cubicBezTo>
                  <a:pt x="5928338" y="535786"/>
                  <a:pt x="5930787" y="505143"/>
                  <a:pt x="5935844" y="475137"/>
                </a:cubicBezTo>
                <a:lnTo>
                  <a:pt x="5936384" y="468500"/>
                </a:lnTo>
                <a:cubicBezTo>
                  <a:pt x="5936553" y="468495"/>
                  <a:pt x="5936722" y="468490"/>
                  <a:pt x="5936890" y="468437"/>
                </a:cubicBezTo>
                <a:cubicBezTo>
                  <a:pt x="5963192" y="285283"/>
                  <a:pt x="6052653" y="121703"/>
                  <a:pt x="6184397" y="0"/>
                </a:cubicBezTo>
                <a:close/>
                <a:moveTo>
                  <a:pt x="5110576" y="0"/>
                </a:moveTo>
                <a:lnTo>
                  <a:pt x="5244592" y="0"/>
                </a:lnTo>
                <a:cubicBezTo>
                  <a:pt x="5322488" y="226290"/>
                  <a:pt x="5519077" y="399791"/>
                  <a:pt x="5763129" y="451830"/>
                </a:cubicBezTo>
                <a:cubicBezTo>
                  <a:pt x="5725278" y="260867"/>
                  <a:pt x="5605869" y="98005"/>
                  <a:pt x="5440399" y="0"/>
                </a:cubicBezTo>
                <a:lnTo>
                  <a:pt x="5649109" y="0"/>
                </a:lnTo>
                <a:cubicBezTo>
                  <a:pt x="5780853" y="121704"/>
                  <a:pt x="5870314" y="285283"/>
                  <a:pt x="5896616" y="468437"/>
                </a:cubicBezTo>
                <a:cubicBezTo>
                  <a:pt x="5896783" y="468490"/>
                  <a:pt x="5896953" y="468495"/>
                  <a:pt x="5897121" y="468500"/>
                </a:cubicBezTo>
                <a:lnTo>
                  <a:pt x="5897662" y="475137"/>
                </a:lnTo>
                <a:cubicBezTo>
                  <a:pt x="5902718" y="505143"/>
                  <a:pt x="5905168" y="535786"/>
                  <a:pt x="5905126" y="566868"/>
                </a:cubicBezTo>
                <a:cubicBezTo>
                  <a:pt x="5906438" y="572454"/>
                  <a:pt x="5906496" y="578078"/>
                  <a:pt x="5906496" y="583715"/>
                </a:cubicBezTo>
                <a:cubicBezTo>
                  <a:pt x="5906496" y="587507"/>
                  <a:pt x="5906469" y="591293"/>
                  <a:pt x="5905903" y="595066"/>
                </a:cubicBezTo>
                <a:lnTo>
                  <a:pt x="5905404" y="595033"/>
                </a:lnTo>
                <a:lnTo>
                  <a:pt x="5905378" y="595524"/>
                </a:lnTo>
                <a:lnTo>
                  <a:pt x="5888260" y="593911"/>
                </a:lnTo>
                <a:cubicBezTo>
                  <a:pt x="5855886" y="593388"/>
                  <a:pt x="5824005" y="590430"/>
                  <a:pt x="5792833" y="584920"/>
                </a:cubicBezTo>
                <a:cubicBezTo>
                  <a:pt x="5787256" y="585336"/>
                  <a:pt x="5781927" y="584395"/>
                  <a:pt x="5776617" y="583392"/>
                </a:cubicBezTo>
                <a:lnTo>
                  <a:pt x="5776501" y="582253"/>
                </a:lnTo>
                <a:cubicBezTo>
                  <a:pt x="5454626" y="529393"/>
                  <a:pt x="5195354" y="299826"/>
                  <a:pt x="5110576" y="0"/>
                </a:cubicBezTo>
                <a:close/>
                <a:moveTo>
                  <a:pt x="4492246" y="0"/>
                </a:moveTo>
                <a:lnTo>
                  <a:pt x="4700955" y="0"/>
                </a:lnTo>
                <a:cubicBezTo>
                  <a:pt x="4535485" y="98005"/>
                  <a:pt x="4416076" y="260867"/>
                  <a:pt x="4378225" y="451830"/>
                </a:cubicBezTo>
                <a:cubicBezTo>
                  <a:pt x="4622279" y="399791"/>
                  <a:pt x="4818867" y="226290"/>
                  <a:pt x="4896763" y="0"/>
                </a:cubicBezTo>
                <a:lnTo>
                  <a:pt x="5030779" y="0"/>
                </a:lnTo>
                <a:cubicBezTo>
                  <a:pt x="4946001" y="299826"/>
                  <a:pt x="4686729" y="529393"/>
                  <a:pt x="4364853" y="582253"/>
                </a:cubicBezTo>
                <a:lnTo>
                  <a:pt x="4364737" y="583392"/>
                </a:lnTo>
                <a:cubicBezTo>
                  <a:pt x="4359427" y="584395"/>
                  <a:pt x="4354098" y="585336"/>
                  <a:pt x="4348521" y="584920"/>
                </a:cubicBezTo>
                <a:cubicBezTo>
                  <a:pt x="4317350" y="590430"/>
                  <a:pt x="4285468" y="593388"/>
                  <a:pt x="4253094" y="593911"/>
                </a:cubicBezTo>
                <a:lnTo>
                  <a:pt x="4235976" y="595524"/>
                </a:lnTo>
                <a:lnTo>
                  <a:pt x="4235950" y="595033"/>
                </a:lnTo>
                <a:lnTo>
                  <a:pt x="4235451" y="595066"/>
                </a:lnTo>
                <a:cubicBezTo>
                  <a:pt x="4234885" y="591293"/>
                  <a:pt x="4234858" y="587507"/>
                  <a:pt x="4234858" y="583715"/>
                </a:cubicBezTo>
                <a:cubicBezTo>
                  <a:pt x="4234858" y="578078"/>
                  <a:pt x="4234916" y="572454"/>
                  <a:pt x="4236228" y="566868"/>
                </a:cubicBezTo>
                <a:cubicBezTo>
                  <a:pt x="4236186" y="535786"/>
                  <a:pt x="4238636" y="505143"/>
                  <a:pt x="4243692" y="475137"/>
                </a:cubicBezTo>
                <a:lnTo>
                  <a:pt x="4244233" y="468500"/>
                </a:lnTo>
                <a:cubicBezTo>
                  <a:pt x="4244401" y="468495"/>
                  <a:pt x="4244571" y="468490"/>
                  <a:pt x="4244738" y="468437"/>
                </a:cubicBezTo>
                <a:cubicBezTo>
                  <a:pt x="4271041" y="285283"/>
                  <a:pt x="4360502" y="121704"/>
                  <a:pt x="4492246" y="0"/>
                </a:cubicBezTo>
                <a:close/>
                <a:moveTo>
                  <a:pt x="3418424" y="0"/>
                </a:moveTo>
                <a:lnTo>
                  <a:pt x="3552441" y="0"/>
                </a:lnTo>
                <a:cubicBezTo>
                  <a:pt x="3630337" y="226291"/>
                  <a:pt x="3826926" y="399791"/>
                  <a:pt x="4070978" y="451830"/>
                </a:cubicBezTo>
                <a:cubicBezTo>
                  <a:pt x="4033127" y="260867"/>
                  <a:pt x="3913719" y="98005"/>
                  <a:pt x="3748249" y="0"/>
                </a:cubicBezTo>
                <a:lnTo>
                  <a:pt x="3956957" y="0"/>
                </a:lnTo>
                <a:cubicBezTo>
                  <a:pt x="4088702" y="121703"/>
                  <a:pt x="4178162" y="285283"/>
                  <a:pt x="4204464" y="468437"/>
                </a:cubicBezTo>
                <a:cubicBezTo>
                  <a:pt x="4204632" y="468490"/>
                  <a:pt x="4204801" y="468495"/>
                  <a:pt x="4204970" y="468499"/>
                </a:cubicBezTo>
                <a:lnTo>
                  <a:pt x="4205510" y="475137"/>
                </a:lnTo>
                <a:cubicBezTo>
                  <a:pt x="4210567" y="505143"/>
                  <a:pt x="4213016" y="535786"/>
                  <a:pt x="4212974" y="566868"/>
                </a:cubicBezTo>
                <a:cubicBezTo>
                  <a:pt x="4214286" y="572454"/>
                  <a:pt x="4214345" y="578078"/>
                  <a:pt x="4214345" y="583715"/>
                </a:cubicBezTo>
                <a:cubicBezTo>
                  <a:pt x="4214345" y="587508"/>
                  <a:pt x="4214318" y="591293"/>
                  <a:pt x="4213752" y="595066"/>
                </a:cubicBezTo>
                <a:lnTo>
                  <a:pt x="4213253" y="595033"/>
                </a:lnTo>
                <a:lnTo>
                  <a:pt x="4213227" y="595524"/>
                </a:lnTo>
                <a:lnTo>
                  <a:pt x="4196108" y="593911"/>
                </a:lnTo>
                <a:cubicBezTo>
                  <a:pt x="4163734" y="593388"/>
                  <a:pt x="4131854" y="590430"/>
                  <a:pt x="4100682" y="584920"/>
                </a:cubicBezTo>
                <a:cubicBezTo>
                  <a:pt x="4095105" y="585336"/>
                  <a:pt x="4089776" y="584395"/>
                  <a:pt x="4084465" y="583392"/>
                </a:cubicBezTo>
                <a:lnTo>
                  <a:pt x="4084349" y="582253"/>
                </a:lnTo>
                <a:cubicBezTo>
                  <a:pt x="3762475" y="529393"/>
                  <a:pt x="3503203" y="299826"/>
                  <a:pt x="3418424" y="0"/>
                </a:cubicBezTo>
                <a:close/>
                <a:moveTo>
                  <a:pt x="2800095" y="0"/>
                </a:moveTo>
                <a:lnTo>
                  <a:pt x="3008804" y="0"/>
                </a:lnTo>
                <a:cubicBezTo>
                  <a:pt x="2843334" y="98005"/>
                  <a:pt x="2723925" y="260867"/>
                  <a:pt x="2686074" y="451830"/>
                </a:cubicBezTo>
                <a:cubicBezTo>
                  <a:pt x="2930126" y="399791"/>
                  <a:pt x="3126716" y="226291"/>
                  <a:pt x="3204612" y="0"/>
                </a:cubicBezTo>
                <a:lnTo>
                  <a:pt x="3338628" y="0"/>
                </a:lnTo>
                <a:cubicBezTo>
                  <a:pt x="3253850" y="299826"/>
                  <a:pt x="2994578" y="529393"/>
                  <a:pt x="2672703" y="582253"/>
                </a:cubicBezTo>
                <a:lnTo>
                  <a:pt x="2672586" y="583392"/>
                </a:lnTo>
                <a:cubicBezTo>
                  <a:pt x="2667276" y="584395"/>
                  <a:pt x="2661947" y="585336"/>
                  <a:pt x="2656370" y="584920"/>
                </a:cubicBezTo>
                <a:cubicBezTo>
                  <a:pt x="2625198" y="590430"/>
                  <a:pt x="2593318" y="593388"/>
                  <a:pt x="2560943" y="593911"/>
                </a:cubicBezTo>
                <a:lnTo>
                  <a:pt x="2543825" y="595524"/>
                </a:lnTo>
                <a:lnTo>
                  <a:pt x="2543799" y="595033"/>
                </a:lnTo>
                <a:lnTo>
                  <a:pt x="2543300" y="595066"/>
                </a:lnTo>
                <a:cubicBezTo>
                  <a:pt x="2542734" y="591293"/>
                  <a:pt x="2542707" y="587507"/>
                  <a:pt x="2542707" y="583715"/>
                </a:cubicBezTo>
                <a:cubicBezTo>
                  <a:pt x="2542707" y="578078"/>
                  <a:pt x="2542765" y="572454"/>
                  <a:pt x="2544077" y="566868"/>
                </a:cubicBezTo>
                <a:cubicBezTo>
                  <a:pt x="2544035" y="535786"/>
                  <a:pt x="2546485" y="505143"/>
                  <a:pt x="2551541" y="475137"/>
                </a:cubicBezTo>
                <a:lnTo>
                  <a:pt x="2552082" y="468499"/>
                </a:lnTo>
                <a:cubicBezTo>
                  <a:pt x="2552250" y="468495"/>
                  <a:pt x="2552420" y="468490"/>
                  <a:pt x="2552587" y="468437"/>
                </a:cubicBezTo>
                <a:cubicBezTo>
                  <a:pt x="2578890" y="285283"/>
                  <a:pt x="2668350" y="121703"/>
                  <a:pt x="2800095" y="0"/>
                </a:cubicBezTo>
                <a:close/>
                <a:moveTo>
                  <a:pt x="1726273" y="0"/>
                </a:moveTo>
                <a:lnTo>
                  <a:pt x="1860290" y="0"/>
                </a:lnTo>
                <a:cubicBezTo>
                  <a:pt x="1938186" y="226291"/>
                  <a:pt x="2134775" y="399791"/>
                  <a:pt x="2378827" y="451830"/>
                </a:cubicBezTo>
                <a:cubicBezTo>
                  <a:pt x="2340976" y="260867"/>
                  <a:pt x="2221567" y="98005"/>
                  <a:pt x="2056098" y="0"/>
                </a:cubicBezTo>
                <a:lnTo>
                  <a:pt x="2264806" y="0"/>
                </a:lnTo>
                <a:cubicBezTo>
                  <a:pt x="2396551" y="121703"/>
                  <a:pt x="2486011" y="285283"/>
                  <a:pt x="2512313" y="468437"/>
                </a:cubicBezTo>
                <a:cubicBezTo>
                  <a:pt x="2512481" y="468490"/>
                  <a:pt x="2512650" y="468495"/>
                  <a:pt x="2512819" y="468499"/>
                </a:cubicBezTo>
                <a:lnTo>
                  <a:pt x="2513359" y="475137"/>
                </a:lnTo>
                <a:cubicBezTo>
                  <a:pt x="2518416" y="505143"/>
                  <a:pt x="2520865" y="535786"/>
                  <a:pt x="2520823" y="566868"/>
                </a:cubicBezTo>
                <a:cubicBezTo>
                  <a:pt x="2522135" y="572454"/>
                  <a:pt x="2522194" y="578078"/>
                  <a:pt x="2522194" y="583715"/>
                </a:cubicBezTo>
                <a:cubicBezTo>
                  <a:pt x="2522194" y="587508"/>
                  <a:pt x="2522167" y="591293"/>
                  <a:pt x="2521601" y="595066"/>
                </a:cubicBezTo>
                <a:lnTo>
                  <a:pt x="2521102" y="595033"/>
                </a:lnTo>
                <a:lnTo>
                  <a:pt x="2521076" y="595524"/>
                </a:lnTo>
                <a:lnTo>
                  <a:pt x="2503957" y="593911"/>
                </a:lnTo>
                <a:cubicBezTo>
                  <a:pt x="2471583" y="593388"/>
                  <a:pt x="2439703" y="590430"/>
                  <a:pt x="2408531" y="584920"/>
                </a:cubicBezTo>
                <a:cubicBezTo>
                  <a:pt x="2402954" y="585336"/>
                  <a:pt x="2397625" y="584395"/>
                  <a:pt x="2392314" y="583392"/>
                </a:cubicBezTo>
                <a:lnTo>
                  <a:pt x="2392198" y="582253"/>
                </a:lnTo>
                <a:cubicBezTo>
                  <a:pt x="2070324" y="529393"/>
                  <a:pt x="1811051" y="299826"/>
                  <a:pt x="1726273" y="0"/>
                </a:cubicBezTo>
                <a:close/>
                <a:moveTo>
                  <a:pt x="1107944" y="0"/>
                </a:moveTo>
                <a:lnTo>
                  <a:pt x="1316652" y="0"/>
                </a:lnTo>
                <a:cubicBezTo>
                  <a:pt x="1151183" y="98005"/>
                  <a:pt x="1031774" y="260867"/>
                  <a:pt x="993923" y="451830"/>
                </a:cubicBezTo>
                <a:cubicBezTo>
                  <a:pt x="1237975" y="399791"/>
                  <a:pt x="1434564" y="226291"/>
                  <a:pt x="1512461" y="0"/>
                </a:cubicBezTo>
                <a:lnTo>
                  <a:pt x="1646477" y="0"/>
                </a:lnTo>
                <a:cubicBezTo>
                  <a:pt x="1561699" y="299826"/>
                  <a:pt x="1302427" y="529393"/>
                  <a:pt x="980552" y="582253"/>
                </a:cubicBezTo>
                <a:lnTo>
                  <a:pt x="980435" y="583392"/>
                </a:lnTo>
                <a:cubicBezTo>
                  <a:pt x="975125" y="584395"/>
                  <a:pt x="969796" y="585336"/>
                  <a:pt x="964219" y="584920"/>
                </a:cubicBezTo>
                <a:cubicBezTo>
                  <a:pt x="933047" y="590430"/>
                  <a:pt x="901167" y="593388"/>
                  <a:pt x="868792" y="593911"/>
                </a:cubicBezTo>
                <a:lnTo>
                  <a:pt x="851674" y="595524"/>
                </a:lnTo>
                <a:lnTo>
                  <a:pt x="851648" y="595033"/>
                </a:lnTo>
                <a:lnTo>
                  <a:pt x="851149" y="595066"/>
                </a:lnTo>
                <a:cubicBezTo>
                  <a:pt x="850583" y="591293"/>
                  <a:pt x="850556" y="587507"/>
                  <a:pt x="850556" y="583715"/>
                </a:cubicBezTo>
                <a:cubicBezTo>
                  <a:pt x="850556" y="578078"/>
                  <a:pt x="850614" y="572454"/>
                  <a:pt x="851926" y="566868"/>
                </a:cubicBezTo>
                <a:cubicBezTo>
                  <a:pt x="851884" y="535786"/>
                  <a:pt x="854334" y="505143"/>
                  <a:pt x="859390" y="475137"/>
                </a:cubicBezTo>
                <a:lnTo>
                  <a:pt x="859931" y="468499"/>
                </a:lnTo>
                <a:cubicBezTo>
                  <a:pt x="860099" y="468495"/>
                  <a:pt x="860269" y="468490"/>
                  <a:pt x="860436" y="468437"/>
                </a:cubicBezTo>
                <a:cubicBezTo>
                  <a:pt x="886739" y="285283"/>
                  <a:pt x="976199" y="121704"/>
                  <a:pt x="1107944" y="0"/>
                </a:cubicBezTo>
                <a:close/>
                <a:moveTo>
                  <a:pt x="34122" y="0"/>
                </a:moveTo>
                <a:lnTo>
                  <a:pt x="168138" y="0"/>
                </a:lnTo>
                <a:cubicBezTo>
                  <a:pt x="246034" y="226290"/>
                  <a:pt x="442624" y="399791"/>
                  <a:pt x="686676" y="451830"/>
                </a:cubicBezTo>
                <a:cubicBezTo>
                  <a:pt x="648825" y="260867"/>
                  <a:pt x="529416" y="98005"/>
                  <a:pt x="363946" y="0"/>
                </a:cubicBezTo>
                <a:lnTo>
                  <a:pt x="572655" y="0"/>
                </a:lnTo>
                <a:cubicBezTo>
                  <a:pt x="704400" y="121703"/>
                  <a:pt x="793860" y="285283"/>
                  <a:pt x="820162" y="468437"/>
                </a:cubicBezTo>
                <a:cubicBezTo>
                  <a:pt x="820330" y="468490"/>
                  <a:pt x="820499" y="468495"/>
                  <a:pt x="820668" y="468500"/>
                </a:cubicBezTo>
                <a:lnTo>
                  <a:pt x="821208" y="475137"/>
                </a:lnTo>
                <a:cubicBezTo>
                  <a:pt x="826265" y="505143"/>
                  <a:pt x="828714" y="535786"/>
                  <a:pt x="828672" y="566868"/>
                </a:cubicBezTo>
                <a:cubicBezTo>
                  <a:pt x="829984" y="572454"/>
                  <a:pt x="830043" y="578078"/>
                  <a:pt x="830043" y="583715"/>
                </a:cubicBezTo>
                <a:cubicBezTo>
                  <a:pt x="830043" y="587508"/>
                  <a:pt x="830016" y="591293"/>
                  <a:pt x="829450" y="595066"/>
                </a:cubicBezTo>
                <a:lnTo>
                  <a:pt x="828951" y="595033"/>
                </a:lnTo>
                <a:lnTo>
                  <a:pt x="828925" y="595524"/>
                </a:lnTo>
                <a:lnTo>
                  <a:pt x="811806" y="593911"/>
                </a:lnTo>
                <a:cubicBezTo>
                  <a:pt x="779432" y="593388"/>
                  <a:pt x="747552" y="590430"/>
                  <a:pt x="716380" y="584920"/>
                </a:cubicBezTo>
                <a:cubicBezTo>
                  <a:pt x="710803" y="585336"/>
                  <a:pt x="705474" y="584395"/>
                  <a:pt x="700163" y="583392"/>
                </a:cubicBezTo>
                <a:lnTo>
                  <a:pt x="700047" y="582253"/>
                </a:lnTo>
                <a:cubicBezTo>
                  <a:pt x="378172" y="529393"/>
                  <a:pt x="118900" y="299826"/>
                  <a:pt x="3412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605141" y="21896939"/>
            <a:ext cx="27287399" cy="6458712"/>
          </a:xfrm>
        </p:spPr>
        <p:txBody>
          <a:bodyPr anchor="ctr">
            <a:normAutofit/>
          </a:bodyPr>
          <a:lstStyle>
            <a:lvl1pPr algn="r">
              <a:defRPr sz="19424" b="0" spc="883" baseline="0"/>
            </a:lvl1pPr>
          </a:lstStyle>
          <a:p>
            <a:r>
              <a:rPr lang="en-US"/>
              <a:t>Click to edit Master title style</a:t>
            </a:r>
            <a:endParaRPr lang="en-US" dirty="0"/>
          </a:p>
        </p:txBody>
      </p:sp>
      <p:sp>
        <p:nvSpPr>
          <p:cNvPr id="3" name="Text Placeholder 2"/>
          <p:cNvSpPr>
            <a:spLocks noGrp="1"/>
          </p:cNvSpPr>
          <p:nvPr>
            <p:ph type="body" idx="1"/>
          </p:nvPr>
        </p:nvSpPr>
        <p:spPr>
          <a:xfrm>
            <a:off x="30230158" y="21896939"/>
            <a:ext cx="11235988" cy="6458712"/>
          </a:xfrm>
        </p:spPr>
        <p:txBody>
          <a:bodyPr lIns="91440" rIns="91440" anchor="ctr">
            <a:normAutofit/>
          </a:bodyPr>
          <a:lstStyle>
            <a:lvl1pPr marL="0" indent="0">
              <a:lnSpc>
                <a:spcPct val="100000"/>
              </a:lnSpc>
              <a:spcBef>
                <a:spcPts val="0"/>
              </a:spcBef>
              <a:buNone/>
              <a:defRPr sz="7063">
                <a:solidFill>
                  <a:schemeClr val="tx1">
                    <a:lumMod val="95000"/>
                    <a:lumOff val="5000"/>
                  </a:schemeClr>
                </a:solidFill>
              </a:defRPr>
            </a:lvl1pPr>
            <a:lvl2pPr marL="2018355" indent="0">
              <a:buNone/>
              <a:defRPr sz="7063">
                <a:solidFill>
                  <a:schemeClr val="tx1">
                    <a:tint val="75000"/>
                  </a:schemeClr>
                </a:solidFill>
              </a:defRPr>
            </a:lvl2pPr>
            <a:lvl3pPr marL="4036710" indent="0">
              <a:buNone/>
              <a:defRPr sz="7063">
                <a:solidFill>
                  <a:schemeClr val="tx1">
                    <a:tint val="75000"/>
                  </a:schemeClr>
                </a:solidFill>
              </a:defRPr>
            </a:lvl3pPr>
            <a:lvl4pPr marL="6055065" indent="0">
              <a:buNone/>
              <a:defRPr sz="6180">
                <a:solidFill>
                  <a:schemeClr val="tx1">
                    <a:tint val="75000"/>
                  </a:schemeClr>
                </a:solidFill>
              </a:defRPr>
            </a:lvl4pPr>
            <a:lvl5pPr marL="8073420" indent="0">
              <a:buNone/>
              <a:defRPr sz="6180">
                <a:solidFill>
                  <a:schemeClr val="tx1">
                    <a:tint val="75000"/>
                  </a:schemeClr>
                </a:solidFill>
              </a:defRPr>
            </a:lvl5pPr>
            <a:lvl6pPr marL="10091776" indent="0">
              <a:buNone/>
              <a:defRPr sz="6180">
                <a:solidFill>
                  <a:schemeClr val="tx1">
                    <a:tint val="75000"/>
                  </a:schemeClr>
                </a:solidFill>
              </a:defRPr>
            </a:lvl6pPr>
            <a:lvl7pPr marL="12110131" indent="0">
              <a:buNone/>
              <a:defRPr sz="6180">
                <a:solidFill>
                  <a:schemeClr val="tx1">
                    <a:tint val="75000"/>
                  </a:schemeClr>
                </a:solidFill>
              </a:defRPr>
            </a:lvl7pPr>
            <a:lvl8pPr marL="14128486" indent="0">
              <a:buNone/>
              <a:defRPr sz="6180">
                <a:solidFill>
                  <a:schemeClr val="tx1">
                    <a:tint val="75000"/>
                  </a:schemeClr>
                </a:solidFill>
              </a:defRPr>
            </a:lvl8pPr>
            <a:lvl9pPr marL="16146841" indent="0">
              <a:buNone/>
              <a:defRPr sz="618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08A6160-4A93-488B-A9E6-8C2E2E63CD41}" type="slidenum">
              <a:rPr lang="en-US" smtClean="0"/>
              <a:pPr/>
              <a:t>‹#›</a:t>
            </a:fld>
            <a:endParaRPr lang="en-US"/>
          </a:p>
        </p:txBody>
      </p:sp>
      <p:cxnSp>
        <p:nvCxnSpPr>
          <p:cNvPr id="8" name="Straight Connector 7"/>
          <p:cNvCxnSpPr/>
          <p:nvPr/>
        </p:nvCxnSpPr>
        <p:spPr>
          <a:xfrm flipV="1">
            <a:off x="29444589" y="23238835"/>
            <a:ext cx="0" cy="4036695"/>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444717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595516" y="2583485"/>
            <a:ext cx="34125300" cy="6620180"/>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595516" y="10091738"/>
            <a:ext cx="16693468" cy="1776145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1027348" y="10091738"/>
            <a:ext cx="16693468" cy="1776145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EA4B941-E056-4AF9-AA8C-9C277416A4DB}" type="slidenum">
              <a:rPr lang="en-US" smtClean="0"/>
              <a:pPr/>
              <a:t>‹#›</a:t>
            </a:fld>
            <a:endParaRPr lang="en-US"/>
          </a:p>
        </p:txBody>
      </p:sp>
    </p:spTree>
    <p:extLst>
      <p:ext uri="{BB962C8B-B14F-4D97-AF65-F5344CB8AC3E}">
        <p14:creationId xmlns:p14="http://schemas.microsoft.com/office/powerpoint/2010/main" val="41991677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3595516" y="2583485"/>
            <a:ext cx="34125300" cy="6620180"/>
          </a:xfrm>
        </p:spPr>
        <p:txBody>
          <a:bodyPr/>
          <a:lstStyle/>
          <a:p>
            <a:r>
              <a:rPr lang="en-US"/>
              <a:t>Click to edit Master title style</a:t>
            </a:r>
            <a:endParaRPr lang="en-US" dirty="0"/>
          </a:p>
        </p:txBody>
      </p:sp>
      <p:sp>
        <p:nvSpPr>
          <p:cNvPr id="3" name="Text Placeholder 2"/>
          <p:cNvSpPr>
            <a:spLocks noGrp="1"/>
          </p:cNvSpPr>
          <p:nvPr>
            <p:ph type="body" idx="1"/>
          </p:nvPr>
        </p:nvSpPr>
        <p:spPr>
          <a:xfrm>
            <a:off x="3595516" y="9622185"/>
            <a:ext cx="16693468" cy="3633026"/>
          </a:xfrm>
        </p:spPr>
        <p:txBody>
          <a:bodyPr lIns="137160" rIns="137160" anchor="ctr">
            <a:normAutofit/>
          </a:bodyPr>
          <a:lstStyle>
            <a:lvl1pPr marL="0" indent="0">
              <a:spcBef>
                <a:spcPts val="0"/>
              </a:spcBef>
              <a:spcAft>
                <a:spcPts val="0"/>
              </a:spcAft>
              <a:buNone/>
              <a:defRPr sz="9712" b="0" cap="none" baseline="0">
                <a:solidFill>
                  <a:schemeClr val="accent1"/>
                </a:solidFill>
                <a:latin typeface="+mn-lt"/>
              </a:defRPr>
            </a:lvl1pPr>
            <a:lvl2pPr marL="2018355" indent="0">
              <a:buNone/>
              <a:defRPr sz="8829" b="1"/>
            </a:lvl2pPr>
            <a:lvl3pPr marL="4036710" indent="0">
              <a:buNone/>
              <a:defRPr sz="7946" b="1"/>
            </a:lvl3pPr>
            <a:lvl4pPr marL="6055065" indent="0">
              <a:buNone/>
              <a:defRPr sz="7063" b="1"/>
            </a:lvl4pPr>
            <a:lvl5pPr marL="8073420" indent="0">
              <a:buNone/>
              <a:defRPr sz="7063" b="1"/>
            </a:lvl5pPr>
            <a:lvl6pPr marL="10091776" indent="0">
              <a:buNone/>
              <a:defRPr sz="7063" b="1"/>
            </a:lvl6pPr>
            <a:lvl7pPr marL="12110131" indent="0">
              <a:buNone/>
              <a:defRPr sz="7063" b="1"/>
            </a:lvl7pPr>
            <a:lvl8pPr marL="14128486" indent="0">
              <a:buNone/>
              <a:defRPr sz="7063" b="1"/>
            </a:lvl8pPr>
            <a:lvl9pPr marL="16146841" indent="0">
              <a:buNone/>
              <a:defRPr sz="7063" b="1"/>
            </a:lvl9pPr>
          </a:lstStyle>
          <a:p>
            <a:pPr lvl="0"/>
            <a:r>
              <a:rPr lang="en-US"/>
              <a:t>Click to edit Master text styles</a:t>
            </a:r>
          </a:p>
        </p:txBody>
      </p:sp>
      <p:sp>
        <p:nvSpPr>
          <p:cNvPr id="4" name="Content Placeholder 3"/>
          <p:cNvSpPr>
            <a:spLocks noGrp="1"/>
          </p:cNvSpPr>
          <p:nvPr>
            <p:ph sz="half" idx="2"/>
          </p:nvPr>
        </p:nvSpPr>
        <p:spPr>
          <a:xfrm>
            <a:off x="3595516" y="13101548"/>
            <a:ext cx="16693468" cy="14751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1027348" y="9622185"/>
            <a:ext cx="16693468" cy="3633026"/>
          </a:xfrm>
        </p:spPr>
        <p:txBody>
          <a:bodyPr lIns="137160" rIns="137160" anchor="ctr">
            <a:normAutofit/>
          </a:bodyPr>
          <a:lstStyle>
            <a:lvl1pPr marL="0" indent="0">
              <a:spcBef>
                <a:spcPts val="0"/>
              </a:spcBef>
              <a:spcAft>
                <a:spcPts val="0"/>
              </a:spcAft>
              <a:buNone/>
              <a:defRPr lang="en-US" sz="9712" b="0" kern="1200" cap="none" baseline="0" dirty="0">
                <a:solidFill>
                  <a:schemeClr val="accent1"/>
                </a:solidFill>
                <a:latin typeface="+mn-lt"/>
                <a:ea typeface="+mn-ea"/>
                <a:cs typeface="+mn-cs"/>
              </a:defRPr>
            </a:lvl1pPr>
            <a:lvl2pPr marL="2018355" indent="0">
              <a:buNone/>
              <a:defRPr sz="8829" b="1"/>
            </a:lvl2pPr>
            <a:lvl3pPr marL="4036710" indent="0">
              <a:buNone/>
              <a:defRPr sz="7946" b="1"/>
            </a:lvl3pPr>
            <a:lvl4pPr marL="6055065" indent="0">
              <a:buNone/>
              <a:defRPr sz="7063" b="1"/>
            </a:lvl4pPr>
            <a:lvl5pPr marL="8073420" indent="0">
              <a:buNone/>
              <a:defRPr sz="7063" b="1"/>
            </a:lvl5pPr>
            <a:lvl6pPr marL="10091776" indent="0">
              <a:buNone/>
              <a:defRPr sz="7063" b="1"/>
            </a:lvl6pPr>
            <a:lvl7pPr marL="12110131" indent="0">
              <a:buNone/>
              <a:defRPr sz="7063" b="1"/>
            </a:lvl7pPr>
            <a:lvl8pPr marL="14128486" indent="0">
              <a:buNone/>
              <a:defRPr sz="7063" b="1"/>
            </a:lvl8pPr>
            <a:lvl9pPr marL="16146841" indent="0">
              <a:buNone/>
              <a:defRPr sz="7063" b="1"/>
            </a:lvl9pPr>
          </a:lstStyle>
          <a:p>
            <a:pPr marL="0" lvl="0" indent="0" algn="l" defTabSz="4036710" rtl="0" eaLnBrk="1" latinLnBrk="0" hangingPunct="1">
              <a:lnSpc>
                <a:spcPct val="90000"/>
              </a:lnSpc>
              <a:spcBef>
                <a:spcPts val="7946"/>
              </a:spcBef>
              <a:buNone/>
            </a:pPr>
            <a:r>
              <a:rPr lang="en-US"/>
              <a:t>Click to edit Master text styles</a:t>
            </a:r>
          </a:p>
        </p:txBody>
      </p:sp>
      <p:sp>
        <p:nvSpPr>
          <p:cNvPr id="6" name="Content Placeholder 5"/>
          <p:cNvSpPr>
            <a:spLocks noGrp="1"/>
          </p:cNvSpPr>
          <p:nvPr>
            <p:ph sz="quarter" idx="4"/>
          </p:nvPr>
        </p:nvSpPr>
        <p:spPr>
          <a:xfrm>
            <a:off x="21027348" y="13101548"/>
            <a:ext cx="16693468" cy="14751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383DB79-11A9-41C9-A61C-5E0AA3823438}" type="slidenum">
              <a:rPr lang="en-US" smtClean="0"/>
              <a:pPr/>
              <a:t>‹#›</a:t>
            </a:fld>
            <a:endParaRPr lang="en-US"/>
          </a:p>
        </p:txBody>
      </p:sp>
    </p:spTree>
    <p:extLst>
      <p:ext uri="{BB962C8B-B14F-4D97-AF65-F5344CB8AC3E}">
        <p14:creationId xmlns:p14="http://schemas.microsoft.com/office/powerpoint/2010/main" val="35024612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FBB18EB-E426-44ED-BD9E-4B9D75DA5187}" type="slidenum">
              <a:rPr lang="en-US" smtClean="0"/>
              <a:pPr/>
              <a:t>‹#›</a:t>
            </a:fld>
            <a:endParaRPr lang="en-US"/>
          </a:p>
        </p:txBody>
      </p:sp>
    </p:spTree>
    <p:extLst>
      <p:ext uri="{BB962C8B-B14F-4D97-AF65-F5344CB8AC3E}">
        <p14:creationId xmlns:p14="http://schemas.microsoft.com/office/powerpoint/2010/main" val="7123464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4/27/26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Rectangle 4">
            <a:extLst>
              <a:ext uri="{FF2B5EF4-FFF2-40B4-BE49-F238E27FC236}">
                <a16:creationId xmlns:a16="http://schemas.microsoft.com/office/drawing/2014/main" id="{57BFF6F7-99F5-F38D-F253-00622D19EDC3}"/>
              </a:ext>
            </a:extLst>
          </p:cNvPr>
          <p:cNvSpPr/>
          <p:nvPr userDrawn="1"/>
        </p:nvSpPr>
        <p:spPr bwMode="auto">
          <a:xfrm>
            <a:off x="0" y="0"/>
            <a:ext cx="42803763" cy="4263977"/>
          </a:xfrm>
          <a:prstGeom prst="rect">
            <a:avLst/>
          </a:prstGeom>
          <a:solidFill>
            <a:srgbClr val="FFFFFF"/>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imes"/>
            </a:endParaRPr>
          </a:p>
        </p:txBody>
      </p:sp>
      <p:pic>
        <p:nvPicPr>
          <p:cNvPr id="6" name="Picture 5">
            <a:extLst>
              <a:ext uri="{FF2B5EF4-FFF2-40B4-BE49-F238E27FC236}">
                <a16:creationId xmlns:a16="http://schemas.microsoft.com/office/drawing/2014/main" id="{8B74DFDB-8A11-7492-E289-7C087D99DC1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7695" y="1096046"/>
            <a:ext cx="6221079" cy="2088232"/>
          </a:xfrm>
          <a:prstGeom prst="rect">
            <a:avLst/>
          </a:prstGeom>
        </p:spPr>
      </p:pic>
    </p:spTree>
    <p:extLst>
      <p:ext uri="{BB962C8B-B14F-4D97-AF65-F5344CB8AC3E}">
        <p14:creationId xmlns:p14="http://schemas.microsoft.com/office/powerpoint/2010/main" val="17159958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3595516" y="2081516"/>
            <a:ext cx="15409355" cy="7669721"/>
          </a:xfrm>
        </p:spPr>
        <p:txBody>
          <a:bodyPr>
            <a:noAutofit/>
          </a:bodyPr>
          <a:lstStyle>
            <a:lvl1pPr>
              <a:lnSpc>
                <a:spcPct val="80000"/>
              </a:lnSpc>
              <a:defRPr sz="15893"/>
            </a:lvl1pPr>
          </a:lstStyle>
          <a:p>
            <a:r>
              <a:rPr lang="en-US"/>
              <a:t>Click to edit Master title style</a:t>
            </a:r>
            <a:endParaRPr lang="en-US" dirty="0"/>
          </a:p>
        </p:txBody>
      </p:sp>
      <p:sp>
        <p:nvSpPr>
          <p:cNvPr id="3" name="Content Placeholder 2"/>
          <p:cNvSpPr>
            <a:spLocks noGrp="1"/>
          </p:cNvSpPr>
          <p:nvPr>
            <p:ph idx="1"/>
          </p:nvPr>
        </p:nvSpPr>
        <p:spPr>
          <a:xfrm>
            <a:off x="20064264" y="3633026"/>
            <a:ext cx="19935853" cy="22888061"/>
          </a:xfrm>
        </p:spPr>
        <p:txBody>
          <a:bodyPr>
            <a:normAutofit/>
          </a:bodyPr>
          <a:lstStyle>
            <a:lvl1pPr>
              <a:defRPr sz="8829"/>
            </a:lvl1pPr>
            <a:lvl2pPr>
              <a:defRPr sz="7063"/>
            </a:lvl2pPr>
            <a:lvl3pPr>
              <a:defRPr sz="5298"/>
            </a:lvl3pPr>
            <a:lvl4pPr>
              <a:defRPr sz="5298"/>
            </a:lvl4pPr>
            <a:lvl5pPr>
              <a:defRPr sz="5298"/>
            </a:lvl5pPr>
            <a:lvl6pPr>
              <a:defRPr sz="5298"/>
            </a:lvl6pPr>
            <a:lvl7pPr>
              <a:defRPr sz="5298"/>
            </a:lvl7pPr>
            <a:lvl8pPr>
              <a:defRPr sz="5298"/>
            </a:lvl8pPr>
            <a:lvl9pPr>
              <a:defRPr sz="529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595516" y="9965948"/>
            <a:ext cx="15409355" cy="16608961"/>
          </a:xfrm>
        </p:spPr>
        <p:txBody>
          <a:bodyPr lIns="91440" rIns="91440">
            <a:normAutofit/>
          </a:bodyPr>
          <a:lstStyle>
            <a:lvl1pPr marL="0" indent="0">
              <a:lnSpc>
                <a:spcPct val="108000"/>
              </a:lnSpc>
              <a:spcBef>
                <a:spcPts val="2649"/>
              </a:spcBef>
              <a:buNone/>
              <a:defRPr sz="7063"/>
            </a:lvl1pPr>
            <a:lvl2pPr marL="2018355" indent="0">
              <a:buNone/>
              <a:defRPr sz="5298"/>
            </a:lvl2pPr>
            <a:lvl3pPr marL="4036710" indent="0">
              <a:buNone/>
              <a:defRPr sz="4415"/>
            </a:lvl3pPr>
            <a:lvl4pPr marL="6055065" indent="0">
              <a:buNone/>
              <a:defRPr sz="3973"/>
            </a:lvl4pPr>
            <a:lvl5pPr marL="8073420" indent="0">
              <a:buNone/>
              <a:defRPr sz="3973"/>
            </a:lvl5pPr>
            <a:lvl6pPr marL="10091776" indent="0">
              <a:buNone/>
              <a:defRPr sz="3973"/>
            </a:lvl6pPr>
            <a:lvl7pPr marL="12110131" indent="0">
              <a:buNone/>
              <a:defRPr sz="3973"/>
            </a:lvl7pPr>
            <a:lvl8pPr marL="14128486" indent="0">
              <a:buNone/>
              <a:defRPr sz="3973"/>
            </a:lvl8pPr>
            <a:lvl9pPr marL="16146841" indent="0">
              <a:buNone/>
              <a:defRPr sz="3973"/>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DB32D5B-236E-43FE-958A-93A926CB8AE9}" type="slidenum">
              <a:rPr lang="en-US" smtClean="0"/>
              <a:pPr/>
              <a:t>‹#›</a:t>
            </a:fld>
            <a:endParaRPr lang="en-US"/>
          </a:p>
        </p:txBody>
      </p:sp>
    </p:spTree>
    <p:extLst>
      <p:ext uri="{BB962C8B-B14F-4D97-AF65-F5344CB8AC3E}">
        <p14:creationId xmlns:p14="http://schemas.microsoft.com/office/powerpoint/2010/main" val="992547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05141" y="21896943"/>
            <a:ext cx="27287399" cy="6458712"/>
          </a:xfrm>
        </p:spPr>
        <p:txBody>
          <a:bodyPr anchor="ctr">
            <a:normAutofit/>
          </a:bodyPr>
          <a:lstStyle>
            <a:lvl1pPr algn="r">
              <a:defRPr sz="19424" spc="883"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4"/>
            <a:ext cx="42793062" cy="20183475"/>
          </a:xfrm>
          <a:solidFill>
            <a:schemeClr val="accent1">
              <a:lumMod val="60000"/>
              <a:lumOff val="40000"/>
            </a:schemeClr>
          </a:solidFill>
        </p:spPr>
        <p:txBody>
          <a:bodyPr lIns="457200" tIns="365760" anchor="t"/>
          <a:lstStyle>
            <a:lvl1pPr marL="0" indent="0">
              <a:buNone/>
              <a:defRPr sz="10595"/>
            </a:lvl1pPr>
            <a:lvl2pPr marL="1513766" indent="0">
              <a:buNone/>
              <a:defRPr sz="9271"/>
            </a:lvl2pPr>
            <a:lvl3pPr marL="3027533" indent="0">
              <a:buNone/>
              <a:defRPr sz="7946"/>
            </a:lvl3pPr>
            <a:lvl4pPr marL="4541299" indent="0">
              <a:buNone/>
              <a:defRPr sz="6622"/>
            </a:lvl4pPr>
            <a:lvl5pPr marL="6055065" indent="0">
              <a:buNone/>
              <a:defRPr sz="6622"/>
            </a:lvl5pPr>
            <a:lvl6pPr marL="7568832" indent="0">
              <a:buNone/>
              <a:defRPr sz="6622"/>
            </a:lvl6pPr>
            <a:lvl7pPr marL="9082598" indent="0">
              <a:buNone/>
              <a:defRPr sz="6622"/>
            </a:lvl7pPr>
            <a:lvl8pPr marL="10596364" indent="0">
              <a:buNone/>
              <a:defRPr sz="6622"/>
            </a:lvl8pPr>
            <a:lvl9pPr marL="12110131" indent="0">
              <a:buNone/>
              <a:defRPr sz="6622"/>
            </a:lvl9pPr>
          </a:lstStyle>
          <a:p>
            <a:r>
              <a:rPr lang="en-US"/>
              <a:t>Click icon to add picture</a:t>
            </a:r>
            <a:endParaRPr lang="en-US" dirty="0"/>
          </a:p>
        </p:txBody>
      </p:sp>
      <p:sp>
        <p:nvSpPr>
          <p:cNvPr id="4" name="Text Placeholder 3"/>
          <p:cNvSpPr>
            <a:spLocks noGrp="1"/>
          </p:cNvSpPr>
          <p:nvPr>
            <p:ph type="body" sz="half" idx="2"/>
          </p:nvPr>
        </p:nvSpPr>
        <p:spPr>
          <a:xfrm>
            <a:off x="30230158" y="21896943"/>
            <a:ext cx="11235988" cy="6458712"/>
          </a:xfrm>
        </p:spPr>
        <p:txBody>
          <a:bodyPr lIns="91440" rIns="91440" anchor="ctr">
            <a:normAutofit/>
          </a:bodyPr>
          <a:lstStyle>
            <a:lvl1pPr marL="0" indent="0">
              <a:lnSpc>
                <a:spcPct val="100000"/>
              </a:lnSpc>
              <a:spcBef>
                <a:spcPts val="0"/>
              </a:spcBef>
              <a:buNone/>
              <a:defRPr sz="7063">
                <a:solidFill>
                  <a:schemeClr val="tx1">
                    <a:lumMod val="95000"/>
                    <a:lumOff val="5000"/>
                  </a:schemeClr>
                </a:solidFill>
              </a:defRPr>
            </a:lvl1pPr>
            <a:lvl2pPr marL="1513766" indent="0">
              <a:buNone/>
              <a:defRPr sz="4635"/>
            </a:lvl2pPr>
            <a:lvl3pPr marL="3027533" indent="0">
              <a:buNone/>
              <a:defRPr sz="3973"/>
            </a:lvl3pPr>
            <a:lvl4pPr marL="4541299" indent="0">
              <a:buNone/>
              <a:defRPr sz="3311"/>
            </a:lvl4pPr>
            <a:lvl5pPr marL="6055065" indent="0">
              <a:buNone/>
              <a:defRPr sz="3311"/>
            </a:lvl5pPr>
            <a:lvl6pPr marL="7568832" indent="0">
              <a:buNone/>
              <a:defRPr sz="3311"/>
            </a:lvl6pPr>
            <a:lvl7pPr marL="9082598" indent="0">
              <a:buNone/>
              <a:defRPr sz="3311"/>
            </a:lvl7pPr>
            <a:lvl8pPr marL="10596364" indent="0">
              <a:buNone/>
              <a:defRPr sz="3311"/>
            </a:lvl8pPr>
            <a:lvl9pPr marL="12110131"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5CDC239-2C65-44BE-8AF1-96B5E4802A3F}" type="slidenum">
              <a:rPr lang="en-US" smtClean="0"/>
              <a:pPr/>
              <a:t>‹#›</a:t>
            </a:fld>
            <a:endParaRPr lang="en-US"/>
          </a:p>
        </p:txBody>
      </p:sp>
      <p:cxnSp>
        <p:nvCxnSpPr>
          <p:cNvPr id="8" name="Straight Connector 7"/>
          <p:cNvCxnSpPr/>
          <p:nvPr/>
        </p:nvCxnSpPr>
        <p:spPr>
          <a:xfrm flipV="1">
            <a:off x="29444589" y="23238835"/>
            <a:ext cx="0" cy="403669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177775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001956-8B40-46A1-B63C-7ACD83FEB396}" type="slidenum">
              <a:rPr lang="en-US" smtClean="0"/>
              <a:pPr/>
              <a:t>‹#›</a:t>
            </a:fld>
            <a:endParaRPr lang="en-US"/>
          </a:p>
        </p:txBody>
      </p:sp>
    </p:spTree>
    <p:extLst>
      <p:ext uri="{BB962C8B-B14F-4D97-AF65-F5344CB8AC3E}">
        <p14:creationId xmlns:p14="http://schemas.microsoft.com/office/powerpoint/2010/main" val="4687874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0631450" y="3363913"/>
            <a:ext cx="9229561" cy="23883779"/>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3477813" y="3363913"/>
            <a:ext cx="26618590" cy="238837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95BEDB0-F9BA-4179-BEBF-8DBF122176E3}" type="slidenum">
              <a:rPr lang="en-US" smtClean="0"/>
              <a:pPr/>
              <a:t>‹#›</a:t>
            </a:fld>
            <a:endParaRPr lang="en-US"/>
          </a:p>
        </p:txBody>
      </p:sp>
      <p:cxnSp>
        <p:nvCxnSpPr>
          <p:cNvPr id="7" name="Straight Connector 6"/>
          <p:cNvCxnSpPr/>
          <p:nvPr/>
        </p:nvCxnSpPr>
        <p:spPr>
          <a:xfrm rot="5400000" flipV="1">
            <a:off x="35313104" y="674828"/>
            <a:ext cx="0" cy="3210282"/>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77144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595516" y="2583485"/>
            <a:ext cx="34125300" cy="662018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595518" y="10091738"/>
            <a:ext cx="34125305" cy="17761458"/>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3595523" y="28565462"/>
            <a:ext cx="7562780" cy="1211009"/>
          </a:xfrm>
          <a:prstGeom prst="rect">
            <a:avLst/>
          </a:prstGeom>
        </p:spPr>
        <p:txBody>
          <a:bodyPr vert="horz" lIns="91440" tIns="45720" rIns="91440" bIns="45720" rtlCol="0" anchor="ctr"/>
          <a:lstStyle>
            <a:lvl1pPr algn="l">
              <a:defRPr sz="4415">
                <a:solidFill>
                  <a:schemeClr val="tx1">
                    <a:lumMod val="95000"/>
                    <a:lumOff val="5000"/>
                  </a:schemeClr>
                </a:solidFill>
                <a:latin typeface="+mj-lt"/>
              </a:defRPr>
            </a:lvl1pPr>
          </a:lstStyle>
          <a:p>
            <a:endParaRPr lang="en-US"/>
          </a:p>
        </p:txBody>
      </p:sp>
      <p:sp>
        <p:nvSpPr>
          <p:cNvPr id="5" name="Footer Placeholder 4"/>
          <p:cNvSpPr>
            <a:spLocks noGrp="1"/>
          </p:cNvSpPr>
          <p:nvPr>
            <p:ph type="ftr" sz="quarter" idx="3"/>
          </p:nvPr>
        </p:nvSpPr>
        <p:spPr>
          <a:xfrm>
            <a:off x="17002606" y="28565462"/>
            <a:ext cx="20718884" cy="1211009"/>
          </a:xfrm>
          <a:prstGeom prst="rect">
            <a:avLst/>
          </a:prstGeom>
        </p:spPr>
        <p:txBody>
          <a:bodyPr vert="horz" lIns="91440" tIns="45720" rIns="91440" bIns="45720" rtlCol="0" anchor="ctr"/>
          <a:lstStyle>
            <a:lvl1pPr algn="r">
              <a:defRPr sz="4415" cap="all" baseline="0">
                <a:solidFill>
                  <a:schemeClr val="tx1">
                    <a:lumMod val="95000"/>
                    <a:lumOff val="5000"/>
                  </a:schemeClr>
                </a:solidFill>
                <a:latin typeface="+mj-lt"/>
              </a:defRPr>
            </a:lvl1pPr>
          </a:lstStyle>
          <a:p>
            <a:endParaRPr lang="en-US"/>
          </a:p>
        </p:txBody>
      </p:sp>
      <p:sp>
        <p:nvSpPr>
          <p:cNvPr id="6" name="Slide Number Placeholder 5"/>
          <p:cNvSpPr>
            <a:spLocks noGrp="1"/>
          </p:cNvSpPr>
          <p:nvPr>
            <p:ph type="sldNum" sz="quarter" idx="4"/>
          </p:nvPr>
        </p:nvSpPr>
        <p:spPr>
          <a:xfrm>
            <a:off x="38047789" y="28565462"/>
            <a:ext cx="3418356" cy="1211009"/>
          </a:xfrm>
          <a:prstGeom prst="rect">
            <a:avLst/>
          </a:prstGeom>
        </p:spPr>
        <p:txBody>
          <a:bodyPr vert="horz" lIns="91440" tIns="45720" rIns="91440" bIns="45720" rtlCol="0" anchor="ctr"/>
          <a:lstStyle>
            <a:lvl1pPr algn="l">
              <a:defRPr sz="4415">
                <a:solidFill>
                  <a:schemeClr val="tx1">
                    <a:lumMod val="95000"/>
                    <a:lumOff val="5000"/>
                  </a:schemeClr>
                </a:solidFill>
                <a:latin typeface="+mj-lt"/>
              </a:defRPr>
            </a:lvl1pPr>
          </a:lstStyle>
          <a:p>
            <a:fld id="{97B7DC7E-A1F9-4C29-9F26-BFA0A3B2EA8F}" type="slidenum">
              <a:rPr lang="en-US" smtClean="0"/>
              <a:pPr/>
              <a:t>‹#›</a:t>
            </a:fld>
            <a:endParaRPr lang="en-US"/>
          </a:p>
        </p:txBody>
      </p:sp>
      <p:cxnSp>
        <p:nvCxnSpPr>
          <p:cNvPr id="7" name="Straight Connector 6"/>
          <p:cNvCxnSpPr/>
          <p:nvPr/>
        </p:nvCxnSpPr>
        <p:spPr>
          <a:xfrm flipV="1">
            <a:off x="2675235" y="3647876"/>
            <a:ext cx="0" cy="403669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9102813"/>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Lst>
  <p:txStyles>
    <p:titleStyle>
      <a:lvl1pPr algn="l" defTabSz="4036710" rtl="0" eaLnBrk="1" latinLnBrk="0" hangingPunct="1">
        <a:lnSpc>
          <a:spcPct val="80000"/>
        </a:lnSpc>
        <a:spcBef>
          <a:spcPct val="0"/>
        </a:spcBef>
        <a:buNone/>
        <a:defRPr sz="19424" kern="1200" cap="all" spc="441" baseline="0">
          <a:solidFill>
            <a:schemeClr val="tx1">
              <a:lumMod val="95000"/>
              <a:lumOff val="5000"/>
            </a:schemeClr>
          </a:solidFill>
          <a:latin typeface="+mj-lt"/>
          <a:ea typeface="+mj-ea"/>
          <a:cs typeface="+mj-cs"/>
        </a:defRPr>
      </a:lvl1pPr>
    </p:titleStyle>
    <p:bodyStyle>
      <a:lvl1pPr marL="403671" indent="-403671" algn="l" defTabSz="4036710" rtl="0" eaLnBrk="1" latinLnBrk="0" hangingPunct="1">
        <a:lnSpc>
          <a:spcPct val="90000"/>
        </a:lnSpc>
        <a:spcBef>
          <a:spcPts val="5298"/>
        </a:spcBef>
        <a:spcAft>
          <a:spcPts val="883"/>
        </a:spcAft>
        <a:buClr>
          <a:schemeClr val="accent1"/>
        </a:buClr>
        <a:buSzPct val="100000"/>
        <a:buFont typeface="Tw Cen MT" panose="020B0602020104020603" pitchFamily="34" charset="0"/>
        <a:buChar char=" "/>
        <a:defRPr sz="8829" kern="1200">
          <a:solidFill>
            <a:schemeClr val="tx1"/>
          </a:solidFill>
          <a:latin typeface="+mn-lt"/>
          <a:ea typeface="+mn-ea"/>
          <a:cs typeface="+mn-cs"/>
        </a:defRPr>
      </a:lvl1pPr>
      <a:lvl2pPr marL="1170646" indent="-605507" algn="l" defTabSz="4036710" rtl="0" eaLnBrk="1" latinLnBrk="0" hangingPunct="1">
        <a:lnSpc>
          <a:spcPct val="90000"/>
        </a:lnSpc>
        <a:spcBef>
          <a:spcPts val="883"/>
        </a:spcBef>
        <a:spcAft>
          <a:spcPts val="1766"/>
        </a:spcAft>
        <a:buClr>
          <a:schemeClr val="accent1"/>
        </a:buClr>
        <a:buFont typeface="Wingdings 3" pitchFamily="18" charset="2"/>
        <a:buChar char=""/>
        <a:defRPr sz="7063" kern="1200">
          <a:solidFill>
            <a:schemeClr val="tx1"/>
          </a:solidFill>
          <a:latin typeface="+mn-lt"/>
          <a:ea typeface="+mn-ea"/>
          <a:cs typeface="+mn-cs"/>
        </a:defRPr>
      </a:lvl2pPr>
      <a:lvl3pPr marL="1977988" indent="-605507" algn="l" defTabSz="4036710" rtl="0" eaLnBrk="1" latinLnBrk="0" hangingPunct="1">
        <a:lnSpc>
          <a:spcPct val="90000"/>
        </a:lnSpc>
        <a:spcBef>
          <a:spcPts val="883"/>
        </a:spcBef>
        <a:spcAft>
          <a:spcPts val="1766"/>
        </a:spcAft>
        <a:buClr>
          <a:schemeClr val="accent1"/>
        </a:buClr>
        <a:buFont typeface="Wingdings 3" pitchFamily="18" charset="2"/>
        <a:buChar char=""/>
        <a:defRPr sz="5298" kern="1200">
          <a:solidFill>
            <a:schemeClr val="tx1"/>
          </a:solidFill>
          <a:latin typeface="+mn-lt"/>
          <a:ea typeface="+mn-ea"/>
          <a:cs typeface="+mn-cs"/>
        </a:defRPr>
      </a:lvl3pPr>
      <a:lvl4pPr marL="2623862" indent="-605507" algn="l" defTabSz="4036710" rtl="0" eaLnBrk="1" latinLnBrk="0" hangingPunct="1">
        <a:lnSpc>
          <a:spcPct val="90000"/>
        </a:lnSpc>
        <a:spcBef>
          <a:spcPts val="883"/>
        </a:spcBef>
        <a:spcAft>
          <a:spcPts val="1766"/>
        </a:spcAft>
        <a:buClr>
          <a:schemeClr val="accent1"/>
        </a:buClr>
        <a:buFont typeface="Wingdings 3" pitchFamily="18" charset="2"/>
        <a:buChar char=""/>
        <a:defRPr sz="5298" kern="1200">
          <a:solidFill>
            <a:schemeClr val="tx1"/>
          </a:solidFill>
          <a:latin typeface="+mn-lt"/>
          <a:ea typeface="+mn-ea"/>
          <a:cs typeface="+mn-cs"/>
        </a:defRPr>
      </a:lvl4pPr>
      <a:lvl5pPr marL="3431204" indent="-605507" algn="l" defTabSz="4036710" rtl="0" eaLnBrk="1" latinLnBrk="0" hangingPunct="1">
        <a:lnSpc>
          <a:spcPct val="90000"/>
        </a:lnSpc>
        <a:spcBef>
          <a:spcPts val="883"/>
        </a:spcBef>
        <a:spcAft>
          <a:spcPts val="1766"/>
        </a:spcAft>
        <a:buClr>
          <a:schemeClr val="accent1"/>
        </a:buClr>
        <a:buFont typeface="Wingdings 3" pitchFamily="18" charset="2"/>
        <a:buChar char=""/>
        <a:defRPr sz="5298" kern="1200">
          <a:solidFill>
            <a:schemeClr val="tx1"/>
          </a:solidFill>
          <a:latin typeface="+mn-lt"/>
          <a:ea typeface="+mn-ea"/>
          <a:cs typeface="+mn-cs"/>
        </a:defRPr>
      </a:lvl5pPr>
      <a:lvl6pPr marL="4036710" indent="-605507" algn="l" defTabSz="4036710" rtl="0" eaLnBrk="1" latinLnBrk="0" hangingPunct="1">
        <a:lnSpc>
          <a:spcPct val="90000"/>
        </a:lnSpc>
        <a:spcBef>
          <a:spcPts val="883"/>
        </a:spcBef>
        <a:spcAft>
          <a:spcPts val="1766"/>
        </a:spcAft>
        <a:buClr>
          <a:schemeClr val="accent1"/>
        </a:buClr>
        <a:buFont typeface="Wingdings 3" pitchFamily="18" charset="2"/>
        <a:buChar char=""/>
        <a:defRPr sz="5298" kern="1200">
          <a:solidFill>
            <a:schemeClr val="tx1"/>
          </a:solidFill>
          <a:latin typeface="+mn-lt"/>
          <a:ea typeface="+mn-ea"/>
          <a:cs typeface="+mn-cs"/>
        </a:defRPr>
      </a:lvl6pPr>
      <a:lvl7pPr marL="4682584" indent="-605507" algn="l" defTabSz="4036710" rtl="0" eaLnBrk="1" latinLnBrk="0" hangingPunct="1">
        <a:lnSpc>
          <a:spcPct val="90000"/>
        </a:lnSpc>
        <a:spcBef>
          <a:spcPts val="883"/>
        </a:spcBef>
        <a:spcAft>
          <a:spcPts val="1766"/>
        </a:spcAft>
        <a:buClr>
          <a:schemeClr val="accent1"/>
        </a:buClr>
        <a:buFont typeface="Wingdings 3" pitchFamily="18" charset="2"/>
        <a:buChar char=""/>
        <a:defRPr sz="5298" kern="1200">
          <a:solidFill>
            <a:schemeClr val="tx1"/>
          </a:solidFill>
          <a:latin typeface="+mn-lt"/>
          <a:ea typeface="+mn-ea"/>
          <a:cs typeface="+mn-cs"/>
        </a:defRPr>
      </a:lvl7pPr>
      <a:lvl8pPr marL="5368825" indent="-605507" algn="l" defTabSz="4036710" rtl="0" eaLnBrk="1" latinLnBrk="0" hangingPunct="1">
        <a:lnSpc>
          <a:spcPct val="90000"/>
        </a:lnSpc>
        <a:spcBef>
          <a:spcPts val="883"/>
        </a:spcBef>
        <a:spcAft>
          <a:spcPts val="1766"/>
        </a:spcAft>
        <a:buClr>
          <a:schemeClr val="accent1"/>
        </a:buClr>
        <a:buFont typeface="Wingdings 3" pitchFamily="18" charset="2"/>
        <a:buChar char=""/>
        <a:defRPr sz="5298" kern="1200">
          <a:solidFill>
            <a:schemeClr val="tx1"/>
          </a:solidFill>
          <a:latin typeface="+mn-lt"/>
          <a:ea typeface="+mn-ea"/>
          <a:cs typeface="+mn-cs"/>
        </a:defRPr>
      </a:lvl8pPr>
      <a:lvl9pPr marL="6014698" indent="-605507" algn="l" defTabSz="4036710" rtl="0" eaLnBrk="1" latinLnBrk="0" hangingPunct="1">
        <a:lnSpc>
          <a:spcPct val="90000"/>
        </a:lnSpc>
        <a:spcBef>
          <a:spcPts val="883"/>
        </a:spcBef>
        <a:spcAft>
          <a:spcPts val="1766"/>
        </a:spcAft>
        <a:buClr>
          <a:schemeClr val="accent1"/>
        </a:buClr>
        <a:buFont typeface="Wingdings 3" pitchFamily="18" charset="2"/>
        <a:buChar char=""/>
        <a:defRPr sz="5298" kern="1200">
          <a:solidFill>
            <a:schemeClr val="tx1"/>
          </a:solidFill>
          <a:latin typeface="+mn-lt"/>
          <a:ea typeface="+mn-ea"/>
          <a:cs typeface="+mn-cs"/>
        </a:defRPr>
      </a:lvl9pPr>
    </p:bodyStyle>
    <p:otherStyle>
      <a:defPPr>
        <a:defRPr lang="en-US"/>
      </a:defPPr>
      <a:lvl1pPr marL="0" algn="l" defTabSz="4036710" rtl="0" eaLnBrk="1" latinLnBrk="0" hangingPunct="1">
        <a:defRPr sz="7946" kern="1200">
          <a:solidFill>
            <a:schemeClr val="tx1"/>
          </a:solidFill>
          <a:latin typeface="+mn-lt"/>
          <a:ea typeface="+mn-ea"/>
          <a:cs typeface="+mn-cs"/>
        </a:defRPr>
      </a:lvl1pPr>
      <a:lvl2pPr marL="2018355" algn="l" defTabSz="4036710" rtl="0" eaLnBrk="1" latinLnBrk="0" hangingPunct="1">
        <a:defRPr sz="7946" kern="1200">
          <a:solidFill>
            <a:schemeClr val="tx1"/>
          </a:solidFill>
          <a:latin typeface="+mn-lt"/>
          <a:ea typeface="+mn-ea"/>
          <a:cs typeface="+mn-cs"/>
        </a:defRPr>
      </a:lvl2pPr>
      <a:lvl3pPr marL="4036710" algn="l" defTabSz="4036710" rtl="0" eaLnBrk="1" latinLnBrk="0" hangingPunct="1">
        <a:defRPr sz="7946" kern="1200">
          <a:solidFill>
            <a:schemeClr val="tx1"/>
          </a:solidFill>
          <a:latin typeface="+mn-lt"/>
          <a:ea typeface="+mn-ea"/>
          <a:cs typeface="+mn-cs"/>
        </a:defRPr>
      </a:lvl3pPr>
      <a:lvl4pPr marL="6055065" algn="l" defTabSz="4036710" rtl="0" eaLnBrk="1" latinLnBrk="0" hangingPunct="1">
        <a:defRPr sz="7946" kern="1200">
          <a:solidFill>
            <a:schemeClr val="tx1"/>
          </a:solidFill>
          <a:latin typeface="+mn-lt"/>
          <a:ea typeface="+mn-ea"/>
          <a:cs typeface="+mn-cs"/>
        </a:defRPr>
      </a:lvl4pPr>
      <a:lvl5pPr marL="8073420" algn="l" defTabSz="4036710" rtl="0" eaLnBrk="1" latinLnBrk="0" hangingPunct="1">
        <a:defRPr sz="7946" kern="1200">
          <a:solidFill>
            <a:schemeClr val="tx1"/>
          </a:solidFill>
          <a:latin typeface="+mn-lt"/>
          <a:ea typeface="+mn-ea"/>
          <a:cs typeface="+mn-cs"/>
        </a:defRPr>
      </a:lvl5pPr>
      <a:lvl6pPr marL="10091776" algn="l" defTabSz="4036710" rtl="0" eaLnBrk="1" latinLnBrk="0" hangingPunct="1">
        <a:defRPr sz="7946" kern="1200">
          <a:solidFill>
            <a:schemeClr val="tx1"/>
          </a:solidFill>
          <a:latin typeface="+mn-lt"/>
          <a:ea typeface="+mn-ea"/>
          <a:cs typeface="+mn-cs"/>
        </a:defRPr>
      </a:lvl6pPr>
      <a:lvl7pPr marL="12110131" algn="l" defTabSz="4036710" rtl="0" eaLnBrk="1" latinLnBrk="0" hangingPunct="1">
        <a:defRPr sz="7946" kern="1200">
          <a:solidFill>
            <a:schemeClr val="tx1"/>
          </a:solidFill>
          <a:latin typeface="+mn-lt"/>
          <a:ea typeface="+mn-ea"/>
          <a:cs typeface="+mn-cs"/>
        </a:defRPr>
      </a:lvl7pPr>
      <a:lvl8pPr marL="14128486" algn="l" defTabSz="4036710" rtl="0" eaLnBrk="1" latinLnBrk="0" hangingPunct="1">
        <a:defRPr sz="7946" kern="1200">
          <a:solidFill>
            <a:schemeClr val="tx1"/>
          </a:solidFill>
          <a:latin typeface="+mn-lt"/>
          <a:ea typeface="+mn-ea"/>
          <a:cs typeface="+mn-cs"/>
        </a:defRPr>
      </a:lvl8pPr>
      <a:lvl9pPr marL="16146841" algn="l" defTabSz="4036710" rtl="0" eaLnBrk="1" latinLnBrk="0" hangingPunct="1">
        <a:defRPr sz="7946"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AF4"/>
        </a:solidFill>
        <a:effectLst/>
      </p:bgPr>
    </p:bg>
    <p:spTree>
      <p:nvGrpSpPr>
        <p:cNvPr id="1" name=""/>
        <p:cNvGrpSpPr/>
        <p:nvPr/>
      </p:nvGrpSpPr>
      <p:grpSpPr>
        <a:xfrm>
          <a:off x="0" y="0"/>
          <a:ext cx="0" cy="0"/>
          <a:chOff x="0" y="0"/>
          <a:chExt cx="0" cy="0"/>
        </a:xfrm>
      </p:grpSpPr>
      <p:sp>
        <p:nvSpPr>
          <p:cNvPr id="95" name="Rectangle 7"/>
          <p:cNvSpPr>
            <a:spLocks noChangeArrowheads="1"/>
          </p:cNvSpPr>
          <p:nvPr/>
        </p:nvSpPr>
        <p:spPr bwMode="auto">
          <a:xfrm>
            <a:off x="32219087" y="26730894"/>
            <a:ext cx="10008000" cy="3132842"/>
          </a:xfrm>
          <a:prstGeom prst="rect">
            <a:avLst/>
          </a:prstGeom>
          <a:solidFill>
            <a:srgbClr val="D1E2F2"/>
          </a:solidFill>
          <a:ln w="12700">
            <a:noFill/>
            <a:miter lim="800000"/>
            <a:headEnd/>
            <a:tailEnd/>
          </a:ln>
        </p:spPr>
        <p:txBody>
          <a:bodyPr lIns="342504" tIns="342504" rIns="342504" bIns="342504"/>
          <a:lstStyle>
            <a:lvl1pPr defTabSz="869950">
              <a:defRPr sz="2400">
                <a:solidFill>
                  <a:schemeClr val="tx1"/>
                </a:solidFill>
                <a:latin typeface="Times New Roman" pitchFamily="18" charset="0"/>
                <a:ea typeface="MS PGothic" pitchFamily="34" charset="-128"/>
              </a:defRPr>
            </a:lvl1pPr>
            <a:lvl2pPr marL="742950" indent="-285750" defTabSz="869950">
              <a:defRPr sz="2400">
                <a:solidFill>
                  <a:schemeClr val="tx1"/>
                </a:solidFill>
                <a:latin typeface="Times New Roman" pitchFamily="18" charset="0"/>
                <a:ea typeface="MS PGothic" pitchFamily="34" charset="-128"/>
              </a:defRPr>
            </a:lvl2pPr>
            <a:lvl3pPr marL="1143000" indent="-228600" defTabSz="869950">
              <a:defRPr sz="2400">
                <a:solidFill>
                  <a:schemeClr val="tx1"/>
                </a:solidFill>
                <a:latin typeface="Times New Roman" pitchFamily="18" charset="0"/>
                <a:ea typeface="MS PGothic" pitchFamily="34" charset="-128"/>
              </a:defRPr>
            </a:lvl3pPr>
            <a:lvl4pPr marL="1600200" indent="-228600" defTabSz="869950">
              <a:defRPr sz="2400">
                <a:solidFill>
                  <a:schemeClr val="tx1"/>
                </a:solidFill>
                <a:latin typeface="Times New Roman" pitchFamily="18" charset="0"/>
                <a:ea typeface="MS PGothic" pitchFamily="34" charset="-128"/>
              </a:defRPr>
            </a:lvl4pPr>
            <a:lvl5pPr marL="2057400" indent="-228600" defTabSz="869950">
              <a:defRPr sz="2400">
                <a:solidFill>
                  <a:schemeClr val="tx1"/>
                </a:solidFill>
                <a:latin typeface="Times New Roman" pitchFamily="18" charset="0"/>
                <a:ea typeface="MS PGothic" pitchFamily="34" charset="-128"/>
              </a:defRPr>
            </a:lvl5pPr>
            <a:lvl6pPr marL="25146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r>
              <a:rPr lang="en-GB" sz="1400" dirty="0"/>
              <a:t>[12]</a:t>
            </a:r>
          </a:p>
          <a:p>
            <a:r>
              <a:rPr lang="en-GB" sz="1400" dirty="0"/>
              <a:t>R. </a:t>
            </a:r>
            <a:r>
              <a:rPr lang="en-GB" sz="1400" dirty="0" err="1"/>
              <a:t>Alrawili</a:t>
            </a:r>
            <a:r>
              <a:rPr lang="en-GB" sz="1400" dirty="0"/>
              <a:t>, A. A. S. AlQahtani, and M. K. Khan, “Comprehensive survey: Biometric user authentication application, evaluation, and discussion,” </a:t>
            </a:r>
            <a:r>
              <a:rPr lang="en-GB" sz="1400" i="1" dirty="0"/>
              <a:t>Computers and Electrical Engineering</a:t>
            </a:r>
            <a:r>
              <a:rPr lang="en-GB" sz="1400" dirty="0"/>
              <a:t>, vol. 119, no. A, p. 109485, Oct. 2024, </a:t>
            </a:r>
            <a:r>
              <a:rPr lang="en-GB" sz="1400" dirty="0" err="1"/>
              <a:t>doi</a:t>
            </a:r>
            <a:r>
              <a:rPr lang="en-GB" sz="1400" dirty="0"/>
              <a:t>: </a:t>
            </a:r>
          </a:p>
          <a:p>
            <a:r>
              <a:rPr lang="en-GB" sz="1400" dirty="0"/>
              <a:t>[19]</a:t>
            </a:r>
          </a:p>
          <a:p>
            <a:r>
              <a:rPr lang="en-GB" sz="1400" dirty="0"/>
              <a:t>A. Devasia, “Biometric Access Control System Price: Full Guide (2024),” </a:t>
            </a:r>
            <a:r>
              <a:rPr lang="en-GB" sz="1400" i="1" dirty="0"/>
              <a:t>Safe and Sound Security</a:t>
            </a:r>
            <a:r>
              <a:rPr lang="en-GB" sz="1400" dirty="0"/>
              <a:t>, May 29, 2024. https://</a:t>
            </a:r>
            <a:r>
              <a:rPr lang="en-GB" sz="1400" dirty="0" err="1"/>
              <a:t>getsafeandsound.com</a:t>
            </a:r>
            <a:r>
              <a:rPr lang="en-GB" sz="1400" dirty="0"/>
              <a:t>/blog/biometric-access-control-system-price/</a:t>
            </a:r>
          </a:p>
          <a:p>
            <a:r>
              <a:rPr lang="en-GB" sz="1400" dirty="0"/>
              <a:t>[7]</a:t>
            </a:r>
          </a:p>
          <a:p>
            <a:r>
              <a:rPr lang="en-GB" sz="1400" dirty="0"/>
              <a:t>E. Hill, M. Sobolewska, S. Wilks-Heeg, and M. Borkowska, “Explaining electoral fraud in an advanced democracy: Fraud vulnerabilities, opportunities and facilitating mechanisms in British elections,” </a:t>
            </a:r>
            <a:r>
              <a:rPr lang="en-GB" sz="1400" i="1" dirty="0"/>
              <a:t>The British Journal of Politics and International Relations</a:t>
            </a:r>
            <a:r>
              <a:rPr lang="en-GB" sz="1400" dirty="0"/>
              <a:t>, vol. 19, no. 4, pp. 772–789, Jun. 2017, </a:t>
            </a:r>
            <a:r>
              <a:rPr lang="en-GB" sz="1400" dirty="0" err="1"/>
              <a:t>doi</a:t>
            </a:r>
            <a:r>
              <a:rPr lang="en-GB" sz="1400" dirty="0"/>
              <a:t>: https://</a:t>
            </a:r>
            <a:r>
              <a:rPr lang="en-GB" sz="1400" dirty="0" err="1"/>
              <a:t>doi.org</a:t>
            </a:r>
            <a:r>
              <a:rPr lang="en-GB" sz="1400" dirty="0"/>
              <a:t>/10.1177/1369148117715222.</a:t>
            </a:r>
          </a:p>
          <a:p>
            <a:endParaRPr lang="en-GB" sz="1400" dirty="0"/>
          </a:p>
          <a:p>
            <a:endParaRPr lang="en-AU" altLang="en-US" sz="1600" dirty="0">
              <a:latin typeface="Calibri" panose="020F0502020204030204" pitchFamily="34" charset="0"/>
              <a:ea typeface="Calibri" charset="0"/>
              <a:cs typeface="Calibri" panose="020F0502020204030204" pitchFamily="34" charset="0"/>
            </a:endParaRPr>
          </a:p>
        </p:txBody>
      </p:sp>
      <p:sp>
        <p:nvSpPr>
          <p:cNvPr id="96" name="Rectangle 38"/>
          <p:cNvSpPr>
            <a:spLocks noChangeArrowheads="1"/>
          </p:cNvSpPr>
          <p:nvPr/>
        </p:nvSpPr>
        <p:spPr bwMode="auto">
          <a:xfrm>
            <a:off x="32219086" y="25761446"/>
            <a:ext cx="10008000" cy="1440000"/>
          </a:xfrm>
          <a:prstGeom prst="rect">
            <a:avLst/>
          </a:prstGeom>
          <a:solidFill>
            <a:srgbClr val="D1E2F2"/>
          </a:solidFill>
          <a:ln w="12700">
            <a:noFill/>
            <a:miter lim="800000"/>
            <a:headEnd/>
            <a:tailEnd/>
          </a:ln>
          <a:effectLst/>
        </p:spPr>
        <p:txBody>
          <a:bodyPr lIns="342504" tIns="342504" rIns="342504" bIns="342504" anchor="ctr"/>
          <a:lstStyle/>
          <a:p>
            <a:pPr defTabSz="869950">
              <a:spcBef>
                <a:spcPct val="50000"/>
              </a:spcBef>
            </a:pPr>
            <a:r>
              <a:rPr lang="en-GB" altLang="en-US" sz="5400" b="1" dirty="0">
                <a:solidFill>
                  <a:srgbClr val="4365E2"/>
                </a:solidFill>
                <a:latin typeface="Calibri" charset="0"/>
                <a:ea typeface="Calibri" charset="0"/>
                <a:cs typeface="Calibri" charset="0"/>
              </a:rPr>
              <a:t>References</a:t>
            </a:r>
          </a:p>
        </p:txBody>
      </p:sp>
      <p:sp>
        <p:nvSpPr>
          <p:cNvPr id="97" name="Rectangle 7"/>
          <p:cNvSpPr>
            <a:spLocks noChangeArrowheads="1"/>
          </p:cNvSpPr>
          <p:nvPr/>
        </p:nvSpPr>
        <p:spPr bwMode="auto">
          <a:xfrm>
            <a:off x="21671087" y="9333393"/>
            <a:ext cx="10008000" cy="7858157"/>
          </a:xfrm>
          <a:prstGeom prst="rect">
            <a:avLst/>
          </a:prstGeom>
          <a:solidFill>
            <a:srgbClr val="FFFFFF"/>
          </a:solidFill>
          <a:ln w="12700">
            <a:solidFill>
              <a:srgbClr val="DDD9D6"/>
            </a:solidFill>
            <a:miter lim="800000"/>
            <a:headEnd/>
            <a:tailEnd/>
          </a:ln>
          <a:effectLst/>
        </p:spPr>
        <p:txBody>
          <a:bodyPr lIns="342504" tIns="342504" rIns="342504" bIns="342504"/>
          <a:lstStyle>
            <a:lvl1pPr defTabSz="869950">
              <a:defRPr sz="2400">
                <a:solidFill>
                  <a:schemeClr val="tx1"/>
                </a:solidFill>
                <a:latin typeface="Times New Roman" pitchFamily="18" charset="0"/>
                <a:ea typeface="MS PGothic" pitchFamily="34" charset="-128"/>
              </a:defRPr>
            </a:lvl1pPr>
            <a:lvl2pPr marL="742950" indent="-285750" defTabSz="869950">
              <a:defRPr sz="2400">
                <a:solidFill>
                  <a:schemeClr val="tx1"/>
                </a:solidFill>
                <a:latin typeface="Times New Roman" pitchFamily="18" charset="0"/>
                <a:ea typeface="MS PGothic" pitchFamily="34" charset="-128"/>
              </a:defRPr>
            </a:lvl2pPr>
            <a:lvl3pPr marL="1143000" indent="-228600" defTabSz="869950">
              <a:defRPr sz="2400">
                <a:solidFill>
                  <a:schemeClr val="tx1"/>
                </a:solidFill>
                <a:latin typeface="Times New Roman" pitchFamily="18" charset="0"/>
                <a:ea typeface="MS PGothic" pitchFamily="34" charset="-128"/>
              </a:defRPr>
            </a:lvl3pPr>
            <a:lvl4pPr marL="1600200" indent="-228600" defTabSz="869950">
              <a:defRPr sz="2400">
                <a:solidFill>
                  <a:schemeClr val="tx1"/>
                </a:solidFill>
                <a:latin typeface="Times New Roman" pitchFamily="18" charset="0"/>
                <a:ea typeface="MS PGothic" pitchFamily="34" charset="-128"/>
              </a:defRPr>
            </a:lvl4pPr>
            <a:lvl5pPr marL="2057400" indent="-228600" defTabSz="869950">
              <a:defRPr sz="2400">
                <a:solidFill>
                  <a:schemeClr val="tx1"/>
                </a:solidFill>
                <a:latin typeface="Times New Roman" pitchFamily="18" charset="0"/>
                <a:ea typeface="MS PGothic" pitchFamily="34" charset="-128"/>
              </a:defRPr>
            </a:lvl5pPr>
            <a:lvl6pPr marL="25146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pPr>
              <a:spcBef>
                <a:spcPct val="40000"/>
              </a:spcBef>
            </a:pPr>
            <a:r>
              <a:rPr lang="en-AU" altLang="en-US" sz="3200" dirty="0">
                <a:solidFill>
                  <a:srgbClr val="464646"/>
                </a:solidFill>
                <a:latin typeface="Calibri" charset="0"/>
                <a:ea typeface="Calibri" charset="0"/>
                <a:cs typeface="Calibri" charset="0"/>
              </a:rPr>
              <a:t>The user interface was designed to be intuitive and easy to use. A focus on minimalizing input was used to keep user flow simple and to limit the attack surface </a:t>
            </a:r>
          </a:p>
        </p:txBody>
      </p:sp>
      <p:sp>
        <p:nvSpPr>
          <p:cNvPr id="98" name="Rectangle 38"/>
          <p:cNvSpPr>
            <a:spLocks noChangeArrowheads="1"/>
          </p:cNvSpPr>
          <p:nvPr/>
        </p:nvSpPr>
        <p:spPr bwMode="auto">
          <a:xfrm>
            <a:off x="21671087" y="7893393"/>
            <a:ext cx="10008000" cy="1440000"/>
          </a:xfrm>
          <a:prstGeom prst="rect">
            <a:avLst/>
          </a:prstGeom>
          <a:solidFill>
            <a:srgbClr val="FFFFFF"/>
          </a:solidFill>
          <a:ln w="12700">
            <a:solidFill>
              <a:srgbClr val="DDD9D6"/>
            </a:solidFill>
            <a:miter lim="800000"/>
            <a:headEnd/>
            <a:tailEnd/>
          </a:ln>
          <a:effectLst/>
        </p:spPr>
        <p:txBody>
          <a:bodyPr lIns="342504" tIns="342504" rIns="342504" bIns="342504" anchor="ctr"/>
          <a:lstStyle/>
          <a:p>
            <a:pPr defTabSz="869950">
              <a:spcBef>
                <a:spcPct val="50000"/>
              </a:spcBef>
            </a:pPr>
            <a:r>
              <a:rPr lang="en-GB" altLang="en-US" sz="5400" b="1" dirty="0">
                <a:solidFill>
                  <a:srgbClr val="4365E2"/>
                </a:solidFill>
                <a:latin typeface="Calibri" charset="0"/>
                <a:ea typeface="Calibri" charset="0"/>
                <a:cs typeface="Calibri" charset="0"/>
              </a:rPr>
              <a:t>User Interface</a:t>
            </a:r>
          </a:p>
        </p:txBody>
      </p:sp>
      <p:sp>
        <p:nvSpPr>
          <p:cNvPr id="100" name="Rectangle 7"/>
          <p:cNvSpPr>
            <a:spLocks noChangeArrowheads="1"/>
          </p:cNvSpPr>
          <p:nvPr/>
        </p:nvSpPr>
        <p:spPr bwMode="auto">
          <a:xfrm>
            <a:off x="11123087" y="19050495"/>
            <a:ext cx="20556000" cy="10794505"/>
          </a:xfrm>
          <a:prstGeom prst="rect">
            <a:avLst/>
          </a:prstGeom>
          <a:solidFill>
            <a:srgbClr val="FFFFFF"/>
          </a:solidFill>
          <a:ln w="12700">
            <a:solidFill>
              <a:srgbClr val="DDD9D6"/>
            </a:solidFill>
            <a:miter lim="800000"/>
            <a:headEnd/>
            <a:tailEnd/>
          </a:ln>
        </p:spPr>
        <p:txBody>
          <a:bodyPr lIns="342504" tIns="342504" rIns="342504" bIns="342504"/>
          <a:lstStyle>
            <a:lvl1pPr defTabSz="869950">
              <a:defRPr sz="2400">
                <a:solidFill>
                  <a:schemeClr val="tx1"/>
                </a:solidFill>
                <a:latin typeface="Times New Roman" pitchFamily="18" charset="0"/>
                <a:ea typeface="MS PGothic" pitchFamily="34" charset="-128"/>
              </a:defRPr>
            </a:lvl1pPr>
            <a:lvl2pPr marL="742950" indent="-285750" defTabSz="869950">
              <a:defRPr sz="2400">
                <a:solidFill>
                  <a:schemeClr val="tx1"/>
                </a:solidFill>
                <a:latin typeface="Times New Roman" pitchFamily="18" charset="0"/>
                <a:ea typeface="MS PGothic" pitchFamily="34" charset="-128"/>
              </a:defRPr>
            </a:lvl2pPr>
            <a:lvl3pPr marL="1143000" indent="-228600" defTabSz="869950">
              <a:defRPr sz="2400">
                <a:solidFill>
                  <a:schemeClr val="tx1"/>
                </a:solidFill>
                <a:latin typeface="Times New Roman" pitchFamily="18" charset="0"/>
                <a:ea typeface="MS PGothic" pitchFamily="34" charset="-128"/>
              </a:defRPr>
            </a:lvl3pPr>
            <a:lvl4pPr marL="1600200" indent="-228600" defTabSz="869950">
              <a:defRPr sz="2400">
                <a:solidFill>
                  <a:schemeClr val="tx1"/>
                </a:solidFill>
                <a:latin typeface="Times New Roman" pitchFamily="18" charset="0"/>
                <a:ea typeface="MS PGothic" pitchFamily="34" charset="-128"/>
              </a:defRPr>
            </a:lvl4pPr>
            <a:lvl5pPr marL="2057400" indent="-228600" defTabSz="869950">
              <a:defRPr sz="2400">
                <a:solidFill>
                  <a:schemeClr val="tx1"/>
                </a:solidFill>
                <a:latin typeface="Times New Roman" pitchFamily="18" charset="0"/>
                <a:ea typeface="MS PGothic" pitchFamily="34" charset="-128"/>
              </a:defRPr>
            </a:lvl5pPr>
            <a:lvl6pPr marL="25146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r>
              <a:rPr lang="en-GB" sz="3600" b="1" dirty="0">
                <a:latin typeface="Calibri" panose="020F0502020204030204" pitchFamily="34" charset="0"/>
                <a:cs typeface="Calibri" panose="020F0502020204030204" pitchFamily="34" charset="0"/>
              </a:rPr>
              <a:t>Database</a:t>
            </a:r>
            <a:endParaRPr lang="en-GB" sz="3600" dirty="0">
              <a:latin typeface="Calibri" panose="020F0502020204030204" pitchFamily="34" charset="0"/>
              <a:cs typeface="Calibri" panose="020F0502020204030204" pitchFamily="34" charset="0"/>
            </a:endParaRP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Voter anonymity enforced structurally as a vote record holds zero reference to voter identity</a:t>
            </a: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Every voter’s information and fingerprint is encrypted individually using AES-256-GCM</a:t>
            </a: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Voter lookup performed without ever exposing plaintext personal data using SDI</a:t>
            </a: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SDI probability of collision is 2.4×10⁻²¹ effectively eliminating duplicate identity risk</a:t>
            </a:r>
          </a:p>
          <a:p>
            <a:r>
              <a:rPr lang="en-GB" sz="3600" b="1" dirty="0">
                <a:latin typeface="Calibri" panose="020F0502020204030204" pitchFamily="34" charset="0"/>
                <a:cs typeface="Calibri" panose="020F0502020204030204" pitchFamily="34" charset="0"/>
              </a:rPr>
              <a:t>Server</a:t>
            </a:r>
            <a:endParaRPr lang="en-GB" sz="3600" dirty="0">
              <a:latin typeface="Calibri" panose="020F0502020204030204" pitchFamily="34" charset="0"/>
              <a:cs typeface="Calibri" panose="020F0502020204030204" pitchFamily="34" charset="0"/>
            </a:endParaRP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Hosted on AWS EC2 with all encryption secrets stored in AWS Secrets Manager</a:t>
            </a: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Server EC2 instance is exclusively able to access encryption secrets</a:t>
            </a: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Channels used to organise connections are categorised by county and constituency </a:t>
            </a: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Sever EC2 instance is the only IP the database is permitted to communicate with </a:t>
            </a: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Voter device JWT tokens issued live for 8 hours which is the expected polling station opening times</a:t>
            </a: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Potential identical twin issue handled by multiple row fingerprint comparisons </a:t>
            </a:r>
          </a:p>
          <a:p>
            <a:pPr marL="571500" indent="-571500">
              <a:buFont typeface="Arial" panose="020B0604020202020204" pitchFamily="34" charset="0"/>
              <a:buChar char="•"/>
            </a:pPr>
            <a:r>
              <a:rPr lang="en-GB" sz="3600" dirty="0" err="1">
                <a:latin typeface="Calibri" panose="020F0502020204030204" pitchFamily="34" charset="0"/>
                <a:cs typeface="Calibri" panose="020F0502020204030204" pitchFamily="34" charset="0"/>
              </a:rPr>
              <a:t>SourceAFIS</a:t>
            </a:r>
            <a:r>
              <a:rPr lang="en-GB" sz="3600" dirty="0">
                <a:latin typeface="Calibri" panose="020F0502020204030204" pitchFamily="34" charset="0"/>
                <a:cs typeface="Calibri" panose="020F0502020204030204" pitchFamily="34" charset="0"/>
              </a:rPr>
              <a:t> was used for fingerprint image comparison </a:t>
            </a:r>
          </a:p>
          <a:p>
            <a:r>
              <a:rPr lang="en-GB" sz="3600" b="1" dirty="0">
                <a:latin typeface="Calibri" panose="020F0502020204030204" pitchFamily="34" charset="0"/>
                <a:cs typeface="Calibri" panose="020F0502020204030204" pitchFamily="34" charset="0"/>
              </a:rPr>
              <a:t>Client Applications</a:t>
            </a:r>
            <a:endParaRPr lang="en-GB" sz="3600" dirty="0">
              <a:latin typeface="Calibri" panose="020F0502020204030204" pitchFamily="34" charset="0"/>
              <a:cs typeface="Calibri" panose="020F0502020204030204" pitchFamily="34" charset="0"/>
            </a:endParaRP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Apps were built using Avalonia which allows the system to run on Windows and macOS </a:t>
            </a: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MVVM architecture used for clean separated logic between User Interface and backend logic </a:t>
            </a: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Scanners Software Development Kit limited to Windows, Linux and Android </a:t>
            </a: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Status update are sent constantly between voter devices and official </a:t>
            </a:r>
          </a:p>
          <a:p>
            <a:pPr marL="571500" indent="-571500">
              <a:buFont typeface="Arial" panose="020B0604020202020204" pitchFamily="34" charset="0"/>
              <a:buChar char="•"/>
            </a:pPr>
            <a:endParaRPr lang="en-GB" sz="3600" dirty="0">
              <a:latin typeface="Calibri" panose="020F0502020204030204" pitchFamily="34" charset="0"/>
              <a:cs typeface="Calibri" panose="020F0502020204030204" pitchFamily="34" charset="0"/>
            </a:endParaRPr>
          </a:p>
        </p:txBody>
      </p:sp>
      <p:sp>
        <p:nvSpPr>
          <p:cNvPr id="101" name="Rectangle 38"/>
          <p:cNvSpPr>
            <a:spLocks noChangeArrowheads="1"/>
          </p:cNvSpPr>
          <p:nvPr/>
        </p:nvSpPr>
        <p:spPr bwMode="auto">
          <a:xfrm>
            <a:off x="11123087" y="17424383"/>
            <a:ext cx="20556000" cy="1626111"/>
          </a:xfrm>
          <a:prstGeom prst="rect">
            <a:avLst/>
          </a:prstGeom>
          <a:solidFill>
            <a:srgbClr val="FFFFFF"/>
          </a:solidFill>
          <a:ln w="12700">
            <a:solidFill>
              <a:srgbClr val="DDD9D6"/>
            </a:solidFill>
            <a:miter lim="800000"/>
            <a:headEnd/>
            <a:tailEnd/>
          </a:ln>
          <a:effectLst/>
        </p:spPr>
        <p:txBody>
          <a:bodyPr lIns="342504" tIns="342504" rIns="342504" bIns="342504" anchor="ctr"/>
          <a:lstStyle/>
          <a:p>
            <a:pPr defTabSz="869950">
              <a:spcBef>
                <a:spcPct val="50000"/>
              </a:spcBef>
            </a:pPr>
            <a:r>
              <a:rPr lang="en-GB" altLang="en-US" sz="5400" b="1" dirty="0">
                <a:solidFill>
                  <a:srgbClr val="4365E2"/>
                </a:solidFill>
                <a:latin typeface="Calibri" charset="0"/>
                <a:ea typeface="Calibri" charset="0"/>
                <a:cs typeface="Calibri" charset="0"/>
              </a:rPr>
              <a:t>Implementation</a:t>
            </a:r>
          </a:p>
        </p:txBody>
      </p:sp>
      <p:sp>
        <p:nvSpPr>
          <p:cNvPr id="102" name="Rectangle 7"/>
          <p:cNvSpPr>
            <a:spLocks noChangeArrowheads="1"/>
          </p:cNvSpPr>
          <p:nvPr/>
        </p:nvSpPr>
        <p:spPr bwMode="auto">
          <a:xfrm>
            <a:off x="32219087" y="9333394"/>
            <a:ext cx="10008000" cy="16245372"/>
          </a:xfrm>
          <a:prstGeom prst="rect">
            <a:avLst/>
          </a:prstGeom>
          <a:solidFill>
            <a:srgbClr val="C4EBD0"/>
          </a:solidFill>
          <a:ln w="12700">
            <a:noFill/>
            <a:miter lim="800000"/>
            <a:headEnd/>
            <a:tailEnd/>
          </a:ln>
        </p:spPr>
        <p:txBody>
          <a:bodyPr lIns="342504" tIns="342504" rIns="342504" bIns="342504"/>
          <a:lstStyle>
            <a:lvl1pPr defTabSz="869950">
              <a:defRPr sz="2400">
                <a:solidFill>
                  <a:schemeClr val="tx1"/>
                </a:solidFill>
                <a:latin typeface="Times New Roman" pitchFamily="18" charset="0"/>
                <a:ea typeface="MS PGothic" pitchFamily="34" charset="-128"/>
              </a:defRPr>
            </a:lvl1pPr>
            <a:lvl2pPr marL="742950" indent="-285750" defTabSz="869950">
              <a:defRPr sz="2400">
                <a:solidFill>
                  <a:schemeClr val="tx1"/>
                </a:solidFill>
                <a:latin typeface="Times New Roman" pitchFamily="18" charset="0"/>
                <a:ea typeface="MS PGothic" pitchFamily="34" charset="-128"/>
              </a:defRPr>
            </a:lvl2pPr>
            <a:lvl3pPr marL="1143000" indent="-228600" defTabSz="869950">
              <a:defRPr sz="2400">
                <a:solidFill>
                  <a:schemeClr val="tx1"/>
                </a:solidFill>
                <a:latin typeface="Times New Roman" pitchFamily="18" charset="0"/>
                <a:ea typeface="MS PGothic" pitchFamily="34" charset="-128"/>
              </a:defRPr>
            </a:lvl3pPr>
            <a:lvl4pPr marL="1600200" indent="-228600" defTabSz="869950">
              <a:defRPr sz="2400">
                <a:solidFill>
                  <a:schemeClr val="tx1"/>
                </a:solidFill>
                <a:latin typeface="Times New Roman" pitchFamily="18" charset="0"/>
                <a:ea typeface="MS PGothic" pitchFamily="34" charset="-128"/>
              </a:defRPr>
            </a:lvl4pPr>
            <a:lvl5pPr marL="2057400" indent="-228600" defTabSz="869950">
              <a:defRPr sz="2400">
                <a:solidFill>
                  <a:schemeClr val="tx1"/>
                </a:solidFill>
                <a:latin typeface="Times New Roman" pitchFamily="18" charset="0"/>
                <a:ea typeface="MS PGothic" pitchFamily="34" charset="-128"/>
              </a:defRPr>
            </a:lvl5pPr>
            <a:lvl6pPr marL="25146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r>
              <a:rPr lang="en-GB" sz="3600" b="1" dirty="0">
                <a:latin typeface="Calibri" panose="020F0502020204030204" pitchFamily="34" charset="0"/>
                <a:cs typeface="Calibri" panose="020F0502020204030204" pitchFamily="34" charset="0"/>
              </a:rPr>
              <a:t>Evaluation of the Methodology</a:t>
            </a:r>
            <a:endParaRPr lang="en-GB" sz="3600" dirty="0">
              <a:latin typeface="Calibri" panose="020F0502020204030204" pitchFamily="34" charset="0"/>
              <a:cs typeface="Calibri" panose="020F0502020204030204" pitchFamily="34" charset="0"/>
            </a:endParaRPr>
          </a:p>
          <a:p>
            <a:r>
              <a:rPr lang="en-GB" sz="3200" dirty="0">
                <a:latin typeface="Calibri" panose="020F0502020204030204" pitchFamily="34" charset="0"/>
                <a:cs typeface="Calibri" panose="020F0502020204030204" pitchFamily="34" charset="0"/>
              </a:rPr>
              <a:t>The loose Agile approach proved well suited to solo development, allowing requirements to evolve without disrupting overall progress. The </a:t>
            </a:r>
            <a:r>
              <a:rPr lang="en-GB" sz="3200" dirty="0" err="1">
                <a:latin typeface="Calibri" panose="020F0502020204030204" pitchFamily="34" charset="0"/>
                <a:cs typeface="Calibri" panose="020F0502020204030204" pitchFamily="34" charset="0"/>
              </a:rPr>
              <a:t>MoSCoW</a:t>
            </a:r>
            <a:r>
              <a:rPr lang="en-GB" sz="3200" dirty="0">
                <a:latin typeface="Calibri" panose="020F0502020204030204" pitchFamily="34" charset="0"/>
                <a:cs typeface="Calibri" panose="020F0502020204030204" pitchFamily="34" charset="0"/>
              </a:rPr>
              <a:t> framework ensured core functionality was prioritised from the outset, and iterative supervisor meetings provided structured checkpoints throughout. Its greatest strength was demonstrated when the architectural switch from HTTP polling to </a:t>
            </a:r>
            <a:r>
              <a:rPr lang="en-GB" sz="3200" dirty="0" err="1">
                <a:latin typeface="Calibri" panose="020F0502020204030204" pitchFamily="34" charset="0"/>
                <a:cs typeface="Calibri" panose="020F0502020204030204" pitchFamily="34" charset="0"/>
              </a:rPr>
              <a:t>SignalR</a:t>
            </a:r>
            <a:r>
              <a:rPr lang="en-GB" sz="3200" dirty="0">
                <a:latin typeface="Calibri" panose="020F0502020204030204" pitchFamily="34" charset="0"/>
                <a:cs typeface="Calibri" panose="020F0502020204030204" pitchFamily="34" charset="0"/>
              </a:rPr>
              <a:t> was absorbed mid project without significant disruption to the broader timeline.</a:t>
            </a:r>
          </a:p>
          <a:p>
            <a:endParaRPr lang="en-GB" sz="3200" dirty="0">
              <a:latin typeface="Calibri" panose="020F0502020204030204" pitchFamily="34" charset="0"/>
              <a:cs typeface="Calibri" panose="020F0502020204030204" pitchFamily="34" charset="0"/>
            </a:endParaRPr>
          </a:p>
          <a:p>
            <a:r>
              <a:rPr lang="en-GB" sz="3600" b="1" dirty="0">
                <a:latin typeface="Calibri" panose="020F0502020204030204" pitchFamily="34" charset="0"/>
                <a:cs typeface="Calibri" panose="020F0502020204030204" pitchFamily="34" charset="0"/>
              </a:rPr>
              <a:t>Evaluation of the System</a:t>
            </a:r>
            <a:endParaRPr lang="en-GB" sz="3600" dirty="0">
              <a:latin typeface="Calibri" panose="020F0502020204030204" pitchFamily="34" charset="0"/>
              <a:cs typeface="Calibri" panose="020F0502020204030204" pitchFamily="34" charset="0"/>
            </a:endParaRPr>
          </a:p>
          <a:p>
            <a:r>
              <a:rPr lang="en-GB" sz="3200" dirty="0">
                <a:latin typeface="Calibri" panose="020F0502020204030204" pitchFamily="34" charset="0"/>
                <a:cs typeface="Calibri" panose="020F0502020204030204" pitchFamily="34" charset="0"/>
              </a:rPr>
              <a:t>The system successfully delivers a fingerprint authenticated voting system with structural ballot anonymity. Both rounds of user evaluation confirmed the voting process is intuitive, and the Official App improved significantly following the redesign. Key limitations remain around GDPR compliant data retention, macOS scanner compatibility, and server scalability beyond 1,000 concurrent connections.</a:t>
            </a:r>
          </a:p>
          <a:p>
            <a:endParaRPr lang="en-GB" sz="3200" dirty="0">
              <a:latin typeface="Calibri" panose="020F0502020204030204" pitchFamily="34" charset="0"/>
              <a:cs typeface="Calibri" panose="020F0502020204030204" pitchFamily="34" charset="0"/>
            </a:endParaRPr>
          </a:p>
          <a:p>
            <a:r>
              <a:rPr lang="en-GB" sz="3600" b="1" dirty="0">
                <a:latin typeface="Calibri" panose="020F0502020204030204" pitchFamily="34" charset="0"/>
                <a:cs typeface="Calibri" panose="020F0502020204030204" pitchFamily="34" charset="0"/>
              </a:rPr>
              <a:t>Conclusion</a:t>
            </a:r>
            <a:endParaRPr lang="en-GB" sz="3600" dirty="0">
              <a:latin typeface="Calibri" panose="020F0502020204030204" pitchFamily="34" charset="0"/>
              <a:cs typeface="Calibri" panose="020F0502020204030204" pitchFamily="34" charset="0"/>
            </a:endParaRPr>
          </a:p>
          <a:p>
            <a:r>
              <a:rPr lang="en-GB" sz="3200" dirty="0">
                <a:latin typeface="Calibri" panose="020F0502020204030204" pitchFamily="34" charset="0"/>
                <a:cs typeface="Calibri" panose="020F0502020204030204" pitchFamily="34" charset="0"/>
              </a:rPr>
              <a:t>This project successfully demonstrated that a fingerprint authenticated E-voting system can address the structural weaknesses of the UK's paper based voting process. Ballot anonymity is enforced by design, voter identity is verified without forgeable identifiers, and results are produced instantly. While accessibility, scalability, </a:t>
            </a:r>
            <a:r>
              <a:rPr lang="en-GB" sz="3200">
                <a:latin typeface="Calibri" panose="020F0502020204030204" pitchFamily="34" charset="0"/>
                <a:cs typeface="Calibri" panose="020F0502020204030204" pitchFamily="34" charset="0"/>
              </a:rPr>
              <a:t>and GDPR compliant </a:t>
            </a:r>
            <a:r>
              <a:rPr lang="en-GB" sz="3200" dirty="0">
                <a:latin typeface="Calibri" panose="020F0502020204030204" pitchFamily="34" charset="0"/>
                <a:cs typeface="Calibri" panose="020F0502020204030204" pitchFamily="34" charset="0"/>
              </a:rPr>
              <a:t>data retention require further development, the system presents a credible and secure foundation for </a:t>
            </a:r>
            <a:r>
              <a:rPr lang="en-GB" sz="3200">
                <a:latin typeface="Calibri" panose="020F0502020204030204" pitchFamily="34" charset="0"/>
                <a:cs typeface="Calibri" panose="020F0502020204030204" pitchFamily="34" charset="0"/>
              </a:rPr>
              <a:t>biometric E-voting </a:t>
            </a:r>
            <a:r>
              <a:rPr lang="en-GB" sz="3200" dirty="0">
                <a:latin typeface="Calibri" panose="020F0502020204030204" pitchFamily="34" charset="0"/>
                <a:cs typeface="Calibri" panose="020F0502020204030204" pitchFamily="34" charset="0"/>
              </a:rPr>
              <a:t>in the UK.</a:t>
            </a:r>
          </a:p>
          <a:p>
            <a:pPr>
              <a:spcBef>
                <a:spcPct val="40000"/>
              </a:spcBef>
            </a:pPr>
            <a:endParaRPr lang="en-AU" altLang="en-US" sz="3200" dirty="0">
              <a:solidFill>
                <a:srgbClr val="464646"/>
              </a:solidFill>
              <a:latin typeface="Calibri" panose="020F0502020204030204" pitchFamily="34" charset="0"/>
              <a:ea typeface="Calibri" charset="0"/>
              <a:cs typeface="Calibri" panose="020F0502020204030204" pitchFamily="34" charset="0"/>
            </a:endParaRPr>
          </a:p>
        </p:txBody>
      </p:sp>
      <p:sp>
        <p:nvSpPr>
          <p:cNvPr id="103" name="Rectangle 38"/>
          <p:cNvSpPr>
            <a:spLocks noChangeArrowheads="1"/>
          </p:cNvSpPr>
          <p:nvPr/>
        </p:nvSpPr>
        <p:spPr bwMode="auto">
          <a:xfrm>
            <a:off x="32219087" y="7893393"/>
            <a:ext cx="10008000" cy="1440000"/>
          </a:xfrm>
          <a:prstGeom prst="rect">
            <a:avLst/>
          </a:prstGeom>
          <a:solidFill>
            <a:srgbClr val="C4EBD0"/>
          </a:solidFill>
          <a:ln w="12700">
            <a:noFill/>
            <a:miter lim="800000"/>
            <a:headEnd/>
            <a:tailEnd/>
          </a:ln>
          <a:effectLst/>
        </p:spPr>
        <p:txBody>
          <a:bodyPr lIns="342504" tIns="342504" rIns="342504" bIns="342504" anchor="ctr"/>
          <a:lstStyle/>
          <a:p>
            <a:pPr defTabSz="869950">
              <a:spcBef>
                <a:spcPct val="50000"/>
              </a:spcBef>
            </a:pPr>
            <a:r>
              <a:rPr lang="en-GB" altLang="en-US" sz="5400" b="1" dirty="0">
                <a:solidFill>
                  <a:srgbClr val="4365E2"/>
                </a:solidFill>
                <a:latin typeface="Calibri" charset="0"/>
                <a:ea typeface="Calibri" charset="0"/>
                <a:cs typeface="Calibri" charset="0"/>
              </a:rPr>
              <a:t>Evaluation and Conclusions</a:t>
            </a:r>
          </a:p>
        </p:txBody>
      </p:sp>
      <p:sp>
        <p:nvSpPr>
          <p:cNvPr id="104" name="Rectangle 103"/>
          <p:cNvSpPr>
            <a:spLocks noChangeArrowheads="1"/>
          </p:cNvSpPr>
          <p:nvPr/>
        </p:nvSpPr>
        <p:spPr bwMode="auto">
          <a:xfrm>
            <a:off x="574938" y="9084638"/>
            <a:ext cx="10008000" cy="10268709"/>
          </a:xfrm>
          <a:prstGeom prst="rect">
            <a:avLst/>
          </a:prstGeom>
          <a:solidFill>
            <a:srgbClr val="DDD9D6"/>
          </a:solidFill>
          <a:ln w="12700">
            <a:noFill/>
            <a:miter lim="800000"/>
            <a:headEnd/>
            <a:tailEnd/>
          </a:ln>
          <a:effectLst/>
        </p:spPr>
        <p:txBody>
          <a:bodyPr lIns="342504" tIns="342504" rIns="342504" bIns="342504"/>
          <a:lstStyle>
            <a:lvl1pPr defTabSz="869950">
              <a:defRPr sz="2400">
                <a:solidFill>
                  <a:schemeClr val="tx1"/>
                </a:solidFill>
                <a:latin typeface="Times New Roman" pitchFamily="18" charset="0"/>
                <a:ea typeface="MS PGothic" pitchFamily="34" charset="-128"/>
              </a:defRPr>
            </a:lvl1pPr>
            <a:lvl2pPr marL="742950" indent="-285750" defTabSz="869950">
              <a:defRPr sz="2400">
                <a:solidFill>
                  <a:schemeClr val="tx1"/>
                </a:solidFill>
                <a:latin typeface="Times New Roman" pitchFamily="18" charset="0"/>
                <a:ea typeface="MS PGothic" pitchFamily="34" charset="-128"/>
              </a:defRPr>
            </a:lvl2pPr>
            <a:lvl3pPr marL="1143000" indent="-228600" defTabSz="869950">
              <a:defRPr sz="2400">
                <a:solidFill>
                  <a:schemeClr val="tx1"/>
                </a:solidFill>
                <a:latin typeface="Times New Roman" pitchFamily="18" charset="0"/>
                <a:ea typeface="MS PGothic" pitchFamily="34" charset="-128"/>
              </a:defRPr>
            </a:lvl3pPr>
            <a:lvl4pPr marL="1600200" indent="-228600" defTabSz="869950">
              <a:defRPr sz="2400">
                <a:solidFill>
                  <a:schemeClr val="tx1"/>
                </a:solidFill>
                <a:latin typeface="Times New Roman" pitchFamily="18" charset="0"/>
                <a:ea typeface="MS PGothic" pitchFamily="34" charset="-128"/>
              </a:defRPr>
            </a:lvl4pPr>
            <a:lvl5pPr marL="2057400" indent="-228600" defTabSz="869950">
              <a:defRPr sz="2400">
                <a:solidFill>
                  <a:schemeClr val="tx1"/>
                </a:solidFill>
                <a:latin typeface="Times New Roman" pitchFamily="18" charset="0"/>
                <a:ea typeface="MS PGothic" pitchFamily="34" charset="-128"/>
              </a:defRPr>
            </a:lvl5pPr>
            <a:lvl6pPr marL="25146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pPr>
              <a:spcBef>
                <a:spcPct val="40000"/>
              </a:spcBef>
            </a:pPr>
            <a:r>
              <a:rPr lang="en-GB" sz="4400" b="1" dirty="0">
                <a:latin typeface="Calibri" panose="020F0502020204030204" pitchFamily="34" charset="0"/>
                <a:cs typeface="Calibri" panose="020F0502020204030204" pitchFamily="34" charset="0"/>
              </a:rPr>
              <a:t>The Problem</a:t>
            </a:r>
          </a:p>
          <a:p>
            <a:pPr>
              <a:spcBef>
                <a:spcPct val="40000"/>
              </a:spcBef>
            </a:pPr>
            <a:r>
              <a:rPr lang="en-GB" sz="4000" dirty="0">
                <a:latin typeface="Calibri" panose="020F0502020204030204" pitchFamily="34" charset="0"/>
                <a:cs typeface="Calibri" panose="020F0502020204030204" pitchFamily="34" charset="0"/>
              </a:rPr>
              <a:t>The UK Voting System still relies on paper ballots and manual counting, a system largely unchanged since 1888 [7]. This introduces several well-documented vulnerabilities:</a:t>
            </a:r>
          </a:p>
          <a:p>
            <a:pPr marL="457200" indent="-457200">
              <a:spcBef>
                <a:spcPct val="40000"/>
              </a:spcBef>
              <a:buFont typeface="Arial" panose="020B0604020202020204" pitchFamily="34" charset="0"/>
              <a:buChar char="•"/>
            </a:pPr>
            <a:r>
              <a:rPr lang="en-GB" sz="3600" dirty="0">
                <a:latin typeface="Calibri" panose="020F0502020204030204" pitchFamily="34" charset="0"/>
                <a:cs typeface="Calibri" panose="020F0502020204030204" pitchFamily="34" charset="0"/>
              </a:rPr>
              <a:t>Voter impersonation is difficult to detect under the current name, address, and signature model</a:t>
            </a:r>
          </a:p>
          <a:p>
            <a:pPr marL="457200" indent="-457200">
              <a:spcBef>
                <a:spcPct val="40000"/>
              </a:spcBef>
              <a:buFont typeface="Arial" panose="020B0604020202020204" pitchFamily="34" charset="0"/>
              <a:buChar char="•"/>
            </a:pPr>
            <a:r>
              <a:rPr lang="en-GB" sz="3600" dirty="0">
                <a:latin typeface="Calibri" panose="020F0502020204030204" pitchFamily="34" charset="0"/>
                <a:cs typeface="Calibri" panose="020F0502020204030204" pitchFamily="34" charset="0"/>
              </a:rPr>
              <a:t>Ballot tampering risk arises from physical handling during transportation and counting</a:t>
            </a:r>
          </a:p>
          <a:p>
            <a:pPr marL="457200" indent="-457200">
              <a:spcBef>
                <a:spcPct val="40000"/>
              </a:spcBef>
              <a:buFont typeface="Arial" panose="020B0604020202020204" pitchFamily="34" charset="0"/>
              <a:buChar char="•"/>
            </a:pPr>
            <a:r>
              <a:rPr lang="en-GB" sz="3600" dirty="0">
                <a:latin typeface="Calibri" panose="020F0502020204030204" pitchFamily="34" charset="0"/>
                <a:cs typeface="Calibri" panose="020F0502020204030204" pitchFamily="34" charset="0"/>
              </a:rPr>
              <a:t>Manual counting is slow and costly</a:t>
            </a:r>
          </a:p>
          <a:p>
            <a:pPr marL="457200" indent="-457200">
              <a:spcBef>
                <a:spcPct val="40000"/>
              </a:spcBef>
              <a:buFont typeface="Arial" panose="020B0604020202020204" pitchFamily="34" charset="0"/>
              <a:buChar char="•"/>
            </a:pPr>
            <a:r>
              <a:rPr lang="en-GB" sz="3600" dirty="0">
                <a:latin typeface="Calibri" panose="020F0502020204030204" pitchFamily="34" charset="0"/>
                <a:cs typeface="Calibri" panose="020F0502020204030204" pitchFamily="34" charset="0"/>
              </a:rPr>
              <a:t>Postal voting carries documented risks of undue influence, language barriers, and misrepresentation</a:t>
            </a:r>
          </a:p>
          <a:p>
            <a:pPr marL="457200" indent="-457200">
              <a:spcBef>
                <a:spcPct val="40000"/>
              </a:spcBef>
              <a:buFont typeface="Arial" panose="020B0604020202020204" pitchFamily="34" charset="0"/>
              <a:buChar char="•"/>
            </a:pPr>
            <a:endParaRPr lang="en-GB" sz="4000" dirty="0"/>
          </a:p>
          <a:p>
            <a:pPr>
              <a:spcBef>
                <a:spcPct val="40000"/>
              </a:spcBef>
            </a:pPr>
            <a:endParaRPr lang="en-GB" sz="3200" dirty="0">
              <a:latin typeface="Calibri" panose="020F0502020204030204" pitchFamily="34" charset="0"/>
              <a:cs typeface="Calibri" panose="020F0502020204030204" pitchFamily="34" charset="0"/>
            </a:endParaRPr>
          </a:p>
          <a:p>
            <a:pPr marL="457200" indent="-457200">
              <a:spcBef>
                <a:spcPct val="40000"/>
              </a:spcBef>
              <a:buFont typeface="Arial" panose="020B0604020202020204" pitchFamily="34" charset="0"/>
              <a:buChar char="•"/>
            </a:pPr>
            <a:endParaRPr lang="en-US" altLang="en-US" dirty="0"/>
          </a:p>
        </p:txBody>
      </p:sp>
      <p:sp>
        <p:nvSpPr>
          <p:cNvPr id="105" name="Rectangle 38"/>
          <p:cNvSpPr>
            <a:spLocks noChangeArrowheads="1"/>
          </p:cNvSpPr>
          <p:nvPr/>
        </p:nvSpPr>
        <p:spPr bwMode="auto">
          <a:xfrm>
            <a:off x="575087" y="7893393"/>
            <a:ext cx="10008000" cy="1440000"/>
          </a:xfrm>
          <a:prstGeom prst="rect">
            <a:avLst/>
          </a:prstGeom>
          <a:solidFill>
            <a:srgbClr val="DDD9D6"/>
          </a:solidFill>
          <a:ln w="9525">
            <a:noFill/>
            <a:miter lim="800000"/>
            <a:headEnd/>
            <a:tailEnd/>
          </a:ln>
          <a:effectLst/>
        </p:spPr>
        <p:txBody>
          <a:bodyPr wrap="none" lIns="342000" tIns="342000" rIns="342000" bIns="342000" anchor="ctr"/>
          <a:lstStyle/>
          <a:p>
            <a:r>
              <a:rPr lang="en-GB" altLang="en-US" sz="5400" b="1" dirty="0">
                <a:solidFill>
                  <a:srgbClr val="4365E2"/>
                </a:solidFill>
                <a:latin typeface="Calibri" charset="0"/>
                <a:ea typeface="Calibri" charset="0"/>
                <a:cs typeface="Calibri" charset="0"/>
              </a:rPr>
              <a:t>Introduction</a:t>
            </a:r>
          </a:p>
        </p:txBody>
      </p:sp>
      <p:sp>
        <p:nvSpPr>
          <p:cNvPr id="106" name="Rectangle 7"/>
          <p:cNvSpPr>
            <a:spLocks noChangeArrowheads="1"/>
          </p:cNvSpPr>
          <p:nvPr/>
        </p:nvSpPr>
        <p:spPr bwMode="auto">
          <a:xfrm>
            <a:off x="11123087" y="9333393"/>
            <a:ext cx="10008000" cy="7858157"/>
          </a:xfrm>
          <a:prstGeom prst="rect">
            <a:avLst/>
          </a:prstGeom>
          <a:solidFill>
            <a:srgbClr val="FFFFFF"/>
          </a:solidFill>
          <a:ln w="12700">
            <a:solidFill>
              <a:srgbClr val="DDD9D6"/>
            </a:solidFill>
            <a:miter lim="800000"/>
            <a:headEnd/>
            <a:tailEnd/>
          </a:ln>
          <a:effectLst/>
        </p:spPr>
        <p:txBody>
          <a:bodyPr lIns="342504" tIns="342504" rIns="342504" bIns="342504"/>
          <a:lstStyle>
            <a:lvl1pPr defTabSz="869950">
              <a:defRPr sz="2400">
                <a:solidFill>
                  <a:schemeClr val="tx1"/>
                </a:solidFill>
                <a:latin typeface="Times New Roman" pitchFamily="18" charset="0"/>
                <a:ea typeface="MS PGothic" pitchFamily="34" charset="-128"/>
              </a:defRPr>
            </a:lvl1pPr>
            <a:lvl2pPr marL="742950" indent="-285750" defTabSz="869950">
              <a:defRPr sz="2400">
                <a:solidFill>
                  <a:schemeClr val="tx1"/>
                </a:solidFill>
                <a:latin typeface="Times New Roman" pitchFamily="18" charset="0"/>
                <a:ea typeface="MS PGothic" pitchFamily="34" charset="-128"/>
              </a:defRPr>
            </a:lvl2pPr>
            <a:lvl3pPr marL="1143000" indent="-228600" defTabSz="869950">
              <a:defRPr sz="2400">
                <a:solidFill>
                  <a:schemeClr val="tx1"/>
                </a:solidFill>
                <a:latin typeface="Times New Roman" pitchFamily="18" charset="0"/>
                <a:ea typeface="MS PGothic" pitchFamily="34" charset="-128"/>
              </a:defRPr>
            </a:lvl3pPr>
            <a:lvl4pPr marL="1600200" indent="-228600" defTabSz="869950">
              <a:defRPr sz="2400">
                <a:solidFill>
                  <a:schemeClr val="tx1"/>
                </a:solidFill>
                <a:latin typeface="Times New Roman" pitchFamily="18" charset="0"/>
                <a:ea typeface="MS PGothic" pitchFamily="34" charset="-128"/>
              </a:defRPr>
            </a:lvl4pPr>
            <a:lvl5pPr marL="2057400" indent="-228600" defTabSz="869950">
              <a:defRPr sz="2400">
                <a:solidFill>
                  <a:schemeClr val="tx1"/>
                </a:solidFill>
                <a:latin typeface="Times New Roman" pitchFamily="18" charset="0"/>
                <a:ea typeface="MS PGothic" pitchFamily="34" charset="-128"/>
              </a:defRPr>
            </a:lvl5pPr>
            <a:lvl6pPr marL="25146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pPr>
              <a:spcBef>
                <a:spcPct val="40000"/>
              </a:spcBef>
            </a:pPr>
            <a:endParaRPr lang="en-GB" altLang="en-US" sz="3200" dirty="0">
              <a:solidFill>
                <a:srgbClr val="464646"/>
              </a:solidFill>
              <a:latin typeface="Calibri" charset="0"/>
              <a:ea typeface="Calibri" charset="0"/>
              <a:cs typeface="Calibri" charset="0"/>
            </a:endParaRPr>
          </a:p>
        </p:txBody>
      </p:sp>
      <p:sp>
        <p:nvSpPr>
          <p:cNvPr id="107" name="Rectangle 38"/>
          <p:cNvSpPr>
            <a:spLocks noChangeArrowheads="1"/>
          </p:cNvSpPr>
          <p:nvPr/>
        </p:nvSpPr>
        <p:spPr bwMode="auto">
          <a:xfrm>
            <a:off x="11123087" y="7893393"/>
            <a:ext cx="10008000" cy="1440000"/>
          </a:xfrm>
          <a:prstGeom prst="rect">
            <a:avLst/>
          </a:prstGeom>
          <a:solidFill>
            <a:srgbClr val="FFFFFF"/>
          </a:solidFill>
          <a:ln w="12700">
            <a:solidFill>
              <a:srgbClr val="DDD9D6"/>
            </a:solidFill>
            <a:miter lim="800000"/>
            <a:headEnd/>
            <a:tailEnd/>
          </a:ln>
          <a:effectLst/>
        </p:spPr>
        <p:txBody>
          <a:bodyPr lIns="342504" tIns="342504" rIns="342504" bIns="342504" anchor="ctr"/>
          <a:lstStyle/>
          <a:p>
            <a:pPr defTabSz="869950">
              <a:spcBef>
                <a:spcPct val="50000"/>
              </a:spcBef>
            </a:pPr>
            <a:r>
              <a:rPr lang="en-GB" altLang="en-US" sz="5400" b="1" dirty="0">
                <a:solidFill>
                  <a:srgbClr val="4365E2"/>
                </a:solidFill>
                <a:latin typeface="Calibri" charset="0"/>
                <a:ea typeface="Calibri" charset="0"/>
                <a:cs typeface="Calibri" charset="0"/>
              </a:rPr>
              <a:t>Biometric Technology</a:t>
            </a:r>
          </a:p>
        </p:txBody>
      </p:sp>
      <p:sp>
        <p:nvSpPr>
          <p:cNvPr id="190" name="TextBox 189"/>
          <p:cNvSpPr txBox="1"/>
          <p:nvPr/>
        </p:nvSpPr>
        <p:spPr>
          <a:xfrm>
            <a:off x="22077631" y="16405368"/>
            <a:ext cx="9309501" cy="492443"/>
          </a:xfrm>
          <a:prstGeom prst="rect">
            <a:avLst/>
          </a:prstGeom>
          <a:noFill/>
        </p:spPr>
        <p:txBody>
          <a:bodyPr wrap="square" rtlCol="0">
            <a:spAutoFit/>
          </a:bodyPr>
          <a:lstStyle/>
          <a:p>
            <a:r>
              <a:rPr lang="en-US" sz="2600" i="1" dirty="0">
                <a:solidFill>
                  <a:srgbClr val="464646"/>
                </a:solidFill>
                <a:latin typeface="Calibri" charset="0"/>
                <a:ea typeface="Calibri" charset="0"/>
                <a:cs typeface="Calibri" charset="0"/>
              </a:rPr>
              <a:t>Vote Type Selection Screen From Secure Vote App</a:t>
            </a:r>
          </a:p>
        </p:txBody>
      </p:sp>
      <p:sp>
        <p:nvSpPr>
          <p:cNvPr id="64" name="TextBox 63"/>
          <p:cNvSpPr txBox="1"/>
          <p:nvPr/>
        </p:nvSpPr>
        <p:spPr>
          <a:xfrm>
            <a:off x="556461" y="4499989"/>
            <a:ext cx="41670625" cy="2539157"/>
          </a:xfrm>
          <a:prstGeom prst="rect">
            <a:avLst/>
          </a:prstGeom>
          <a:noFill/>
        </p:spPr>
        <p:txBody>
          <a:bodyPr wrap="square" lIns="0" tIns="0" rIns="0" bIns="0" rtlCol="0">
            <a:spAutoFit/>
          </a:bodyPr>
          <a:lstStyle/>
          <a:p>
            <a:pPr algn="ctr" fontAlgn="t">
              <a:spcAft>
                <a:spcPts val="1200"/>
              </a:spcAft>
            </a:pPr>
            <a:r>
              <a:rPr lang="en-GB" sz="11500" b="1" dirty="0">
                <a:solidFill>
                  <a:srgbClr val="4365E2"/>
                </a:solidFill>
                <a:latin typeface="Calibri" charset="0"/>
                <a:ea typeface="Calibri" charset="0"/>
                <a:cs typeface="Calibri" charset="0"/>
              </a:rPr>
              <a:t>Fingerprint Authenticated E-Voting System </a:t>
            </a:r>
            <a:endParaRPr lang="en-GB" sz="2800" b="1" dirty="0">
              <a:latin typeface="Calibri" panose="020F0502020204030204" pitchFamily="34" charset="0"/>
              <a:cs typeface="Calibri" panose="020F0502020204030204" pitchFamily="34" charset="0"/>
            </a:endParaRPr>
          </a:p>
          <a:p>
            <a:pPr algn="ctr" fontAlgn="t">
              <a:spcAft>
                <a:spcPts val="1200"/>
              </a:spcAft>
            </a:pPr>
            <a:r>
              <a:rPr lang="en-GB" sz="4000" dirty="0">
                <a:solidFill>
                  <a:srgbClr val="4365E2"/>
                </a:solidFill>
                <a:latin typeface="Calibri" charset="0"/>
                <a:ea typeface="Calibri" charset="0"/>
                <a:cs typeface="Calibri" charset="0"/>
              </a:rPr>
              <a:t>Alexander Gordon</a:t>
            </a:r>
          </a:p>
        </p:txBody>
      </p:sp>
      <p:graphicFrame>
        <p:nvGraphicFramePr>
          <p:cNvPr id="5" name="Table 4">
            <a:extLst>
              <a:ext uri="{FF2B5EF4-FFF2-40B4-BE49-F238E27FC236}">
                <a16:creationId xmlns:a16="http://schemas.microsoft.com/office/drawing/2014/main" id="{F7E3B90B-E8A4-4A0D-472A-E70748A3EB36}"/>
              </a:ext>
            </a:extLst>
          </p:cNvPr>
          <p:cNvGraphicFramePr>
            <a:graphicFrameLocks noGrp="1"/>
          </p:cNvGraphicFramePr>
          <p:nvPr>
            <p:extLst>
              <p:ext uri="{D42A27DB-BD31-4B8C-83A1-F6EECF244321}">
                <p14:modId xmlns:p14="http://schemas.microsoft.com/office/powerpoint/2010/main" val="1245693114"/>
              </p:ext>
            </p:extLst>
          </p:nvPr>
        </p:nvGraphicFramePr>
        <p:xfrm>
          <a:off x="11428215" y="9566226"/>
          <a:ext cx="9361041" cy="2804160"/>
        </p:xfrm>
        <a:graphic>
          <a:graphicData uri="http://schemas.openxmlformats.org/drawingml/2006/table">
            <a:tbl>
              <a:tblPr firstRow="1" bandRow="1">
                <a:tableStyleId>{7DF18680-E054-41AD-8BC1-D1AEF772440D}</a:tableStyleId>
              </a:tblPr>
              <a:tblGrid>
                <a:gridCol w="3120347">
                  <a:extLst>
                    <a:ext uri="{9D8B030D-6E8A-4147-A177-3AD203B41FA5}">
                      <a16:colId xmlns:a16="http://schemas.microsoft.com/office/drawing/2014/main" val="2120753307"/>
                    </a:ext>
                  </a:extLst>
                </a:gridCol>
                <a:gridCol w="3120347">
                  <a:extLst>
                    <a:ext uri="{9D8B030D-6E8A-4147-A177-3AD203B41FA5}">
                      <a16:colId xmlns:a16="http://schemas.microsoft.com/office/drawing/2014/main" val="3361164562"/>
                    </a:ext>
                  </a:extLst>
                </a:gridCol>
                <a:gridCol w="3120347">
                  <a:extLst>
                    <a:ext uri="{9D8B030D-6E8A-4147-A177-3AD203B41FA5}">
                      <a16:colId xmlns:a16="http://schemas.microsoft.com/office/drawing/2014/main" val="3815099714"/>
                    </a:ext>
                  </a:extLst>
                </a:gridCol>
              </a:tblGrid>
              <a:tr h="546164">
                <a:tc>
                  <a:txBody>
                    <a:bodyPr/>
                    <a:lstStyle/>
                    <a:p>
                      <a:r>
                        <a:rPr lang="en-GB" sz="3200" dirty="0">
                          <a:latin typeface="Calibri" panose="020F0502020204030204" pitchFamily="34" charset="0"/>
                          <a:cs typeface="Calibri" panose="020F0502020204030204" pitchFamily="34" charset="0"/>
                        </a:rPr>
                        <a:t>Scanner</a:t>
                      </a:r>
                    </a:p>
                  </a:txBody>
                  <a:tcPr/>
                </a:tc>
                <a:tc>
                  <a:txBody>
                    <a:bodyPr/>
                    <a:lstStyle/>
                    <a:p>
                      <a:r>
                        <a:rPr lang="en-GB" sz="3200" dirty="0">
                          <a:latin typeface="Calibri" panose="020F0502020204030204" pitchFamily="34" charset="0"/>
                          <a:cs typeface="Calibri" panose="020F0502020204030204" pitchFamily="34" charset="0"/>
                        </a:rPr>
                        <a:t>Cost(USD)</a:t>
                      </a:r>
                    </a:p>
                  </a:txBody>
                  <a:tcPr/>
                </a:tc>
                <a:tc>
                  <a:txBody>
                    <a:bodyPr/>
                    <a:lstStyle/>
                    <a:p>
                      <a:r>
                        <a:rPr lang="en-GB" sz="3200" dirty="0">
                          <a:latin typeface="Calibri" panose="020F0502020204030204" pitchFamily="34" charset="0"/>
                          <a:cs typeface="Calibri" panose="020F0502020204030204" pitchFamily="34" charset="0"/>
                        </a:rPr>
                        <a:t>False Acceptance Rate</a:t>
                      </a:r>
                    </a:p>
                  </a:txBody>
                  <a:tcPr/>
                </a:tc>
                <a:extLst>
                  <a:ext uri="{0D108BD9-81ED-4DB2-BD59-A6C34878D82A}">
                    <a16:rowId xmlns:a16="http://schemas.microsoft.com/office/drawing/2014/main" val="4084550987"/>
                  </a:ext>
                </a:extLst>
              </a:tr>
              <a:tr h="546164">
                <a:tc>
                  <a:txBody>
                    <a:bodyPr/>
                    <a:lstStyle/>
                    <a:p>
                      <a:pPr>
                        <a:buNone/>
                      </a:pPr>
                      <a:r>
                        <a:rPr lang="en-GB" sz="3200" dirty="0">
                          <a:latin typeface="Calibri" panose="020F0502020204030204" pitchFamily="34" charset="0"/>
                          <a:cs typeface="Calibri" panose="020F0502020204030204" pitchFamily="34" charset="0"/>
                        </a:rPr>
                        <a:t>Iris</a:t>
                      </a:r>
                    </a:p>
                  </a:txBody>
                  <a:tcPr anchor="ctr"/>
                </a:tc>
                <a:tc>
                  <a:txBody>
                    <a:bodyPr/>
                    <a:lstStyle/>
                    <a:p>
                      <a:pPr>
                        <a:buNone/>
                      </a:pPr>
                      <a:r>
                        <a:rPr lang="en-GB" sz="3200" dirty="0">
                          <a:latin typeface="Calibri" panose="020F0502020204030204" pitchFamily="34" charset="0"/>
                          <a:cs typeface="Calibri" panose="020F0502020204030204" pitchFamily="34" charset="0"/>
                        </a:rPr>
                        <a:t>$1,500 – $3,000</a:t>
                      </a:r>
                    </a:p>
                  </a:txBody>
                  <a:tcPr anchor="ctr"/>
                </a:tc>
                <a:tc>
                  <a:txBody>
                    <a:bodyPr/>
                    <a:lstStyle/>
                    <a:p>
                      <a:pPr>
                        <a:buNone/>
                      </a:pPr>
                      <a:r>
                        <a:rPr lang="en-GB" sz="3200" dirty="0">
                          <a:latin typeface="Calibri" panose="020F0502020204030204" pitchFamily="34" charset="0"/>
                          <a:cs typeface="Calibri" panose="020F0502020204030204" pitchFamily="34" charset="0"/>
                        </a:rPr>
                        <a:t>0.0001 – 0.01%</a:t>
                      </a:r>
                    </a:p>
                  </a:txBody>
                  <a:tcPr anchor="ctr"/>
                </a:tc>
                <a:extLst>
                  <a:ext uri="{0D108BD9-81ED-4DB2-BD59-A6C34878D82A}">
                    <a16:rowId xmlns:a16="http://schemas.microsoft.com/office/drawing/2014/main" val="4271981993"/>
                  </a:ext>
                </a:extLst>
              </a:tr>
              <a:tr h="546164">
                <a:tc>
                  <a:txBody>
                    <a:bodyPr/>
                    <a:lstStyle/>
                    <a:p>
                      <a:pPr>
                        <a:buNone/>
                      </a:pPr>
                      <a:r>
                        <a:rPr lang="en-GB" sz="3200" dirty="0">
                          <a:latin typeface="Calibri" panose="020F0502020204030204" pitchFamily="34" charset="0"/>
                          <a:cs typeface="Calibri" panose="020F0502020204030204" pitchFamily="34" charset="0"/>
                        </a:rPr>
                        <a:t>Face</a:t>
                      </a:r>
                    </a:p>
                  </a:txBody>
                  <a:tcPr anchor="ctr"/>
                </a:tc>
                <a:tc>
                  <a:txBody>
                    <a:bodyPr/>
                    <a:lstStyle/>
                    <a:p>
                      <a:pPr>
                        <a:buNone/>
                      </a:pPr>
                      <a:r>
                        <a:rPr lang="en-GB" sz="3200" dirty="0">
                          <a:latin typeface="Calibri" panose="020F0502020204030204" pitchFamily="34" charset="0"/>
                          <a:cs typeface="Calibri" panose="020F0502020204030204" pitchFamily="34" charset="0"/>
                        </a:rPr>
                        <a:t>$1,000 – $2,500</a:t>
                      </a:r>
                    </a:p>
                  </a:txBody>
                  <a:tcPr anchor="ctr"/>
                </a:tc>
                <a:tc>
                  <a:txBody>
                    <a:bodyPr/>
                    <a:lstStyle/>
                    <a:p>
                      <a:pPr>
                        <a:buNone/>
                      </a:pPr>
                      <a:r>
                        <a:rPr lang="en-GB" sz="3200" dirty="0">
                          <a:latin typeface="Calibri" panose="020F0502020204030204" pitchFamily="34" charset="0"/>
                          <a:cs typeface="Calibri" panose="020F0502020204030204" pitchFamily="34" charset="0"/>
                        </a:rPr>
                        <a:t>0.1 – 1.0%</a:t>
                      </a:r>
                    </a:p>
                  </a:txBody>
                  <a:tcPr anchor="ctr"/>
                </a:tc>
                <a:extLst>
                  <a:ext uri="{0D108BD9-81ED-4DB2-BD59-A6C34878D82A}">
                    <a16:rowId xmlns:a16="http://schemas.microsoft.com/office/drawing/2014/main" val="3836305205"/>
                  </a:ext>
                </a:extLst>
              </a:tr>
              <a:tr h="546164">
                <a:tc>
                  <a:txBody>
                    <a:bodyPr/>
                    <a:lstStyle/>
                    <a:p>
                      <a:pPr>
                        <a:buNone/>
                      </a:pPr>
                      <a:r>
                        <a:rPr lang="en-GB" sz="3200" dirty="0">
                          <a:latin typeface="Calibri" panose="020F0502020204030204" pitchFamily="34" charset="0"/>
                          <a:cs typeface="Calibri" panose="020F0502020204030204" pitchFamily="34" charset="0"/>
                        </a:rPr>
                        <a:t>Fingerprint</a:t>
                      </a:r>
                    </a:p>
                  </a:txBody>
                  <a:tcPr anchor="ctr"/>
                </a:tc>
                <a:tc>
                  <a:txBody>
                    <a:bodyPr/>
                    <a:lstStyle/>
                    <a:p>
                      <a:pPr>
                        <a:buNone/>
                      </a:pPr>
                      <a:r>
                        <a:rPr lang="en-GB" sz="3200" dirty="0">
                          <a:latin typeface="Calibri" panose="020F0502020204030204" pitchFamily="34" charset="0"/>
                          <a:cs typeface="Calibri" panose="020F0502020204030204" pitchFamily="34" charset="0"/>
                        </a:rPr>
                        <a:t>$200 – $1,500</a:t>
                      </a:r>
                    </a:p>
                  </a:txBody>
                  <a:tcPr anchor="ctr"/>
                </a:tc>
                <a:tc>
                  <a:txBody>
                    <a:bodyPr/>
                    <a:lstStyle/>
                    <a:p>
                      <a:pPr>
                        <a:buNone/>
                      </a:pPr>
                      <a:r>
                        <a:rPr lang="en-GB" sz="3200" dirty="0">
                          <a:latin typeface="Calibri" panose="020F0502020204030204" pitchFamily="34" charset="0"/>
                          <a:cs typeface="Calibri" panose="020F0502020204030204" pitchFamily="34" charset="0"/>
                        </a:rPr>
                        <a:t>0.01 – 0.1%</a:t>
                      </a:r>
                    </a:p>
                  </a:txBody>
                  <a:tcPr anchor="ctr"/>
                </a:tc>
                <a:extLst>
                  <a:ext uri="{0D108BD9-81ED-4DB2-BD59-A6C34878D82A}">
                    <a16:rowId xmlns:a16="http://schemas.microsoft.com/office/drawing/2014/main" val="3042196347"/>
                  </a:ext>
                </a:extLst>
              </a:tr>
            </a:tbl>
          </a:graphicData>
        </a:graphic>
      </p:graphicFrame>
      <p:sp>
        <p:nvSpPr>
          <p:cNvPr id="6" name="TextBox 5">
            <a:extLst>
              <a:ext uri="{FF2B5EF4-FFF2-40B4-BE49-F238E27FC236}">
                <a16:creationId xmlns:a16="http://schemas.microsoft.com/office/drawing/2014/main" id="{381F6025-EA0F-F929-4139-194D8AC399F7}"/>
              </a:ext>
            </a:extLst>
          </p:cNvPr>
          <p:cNvSpPr txBox="1"/>
          <p:nvPr/>
        </p:nvSpPr>
        <p:spPr>
          <a:xfrm>
            <a:off x="11240154" y="13090892"/>
            <a:ext cx="9978615" cy="4093428"/>
          </a:xfrm>
          <a:prstGeom prst="rect">
            <a:avLst/>
          </a:prstGeom>
          <a:noFill/>
        </p:spPr>
        <p:txBody>
          <a:bodyPr wrap="square" rtlCol="0">
            <a:spAutoFit/>
          </a:bodyPr>
          <a:lstStyle/>
          <a:p>
            <a:r>
              <a:rPr lang="en-GB" sz="3600" b="1" dirty="0">
                <a:latin typeface="Calibri" panose="020F0502020204030204" pitchFamily="34" charset="0"/>
                <a:cs typeface="Calibri" panose="020F0502020204030204" pitchFamily="34" charset="0"/>
              </a:rPr>
              <a:t>Fingerprint scanning was selected based on:</a:t>
            </a:r>
            <a:endParaRPr lang="en-GB" sz="3600" dirty="0">
              <a:latin typeface="Calibri" panose="020F0502020204030204" pitchFamily="34" charset="0"/>
              <a:cs typeface="Calibri" panose="020F0502020204030204" pitchFamily="34" charset="0"/>
            </a:endParaRPr>
          </a:p>
          <a:p>
            <a:pPr marL="342900" indent="-342900">
              <a:buFont typeface="Arial" panose="020B0604020202020204" pitchFamily="34" charset="0"/>
              <a:buChar char="•"/>
            </a:pPr>
            <a:r>
              <a:rPr lang="en-GB" sz="3200" dirty="0">
                <a:latin typeface="Calibri" panose="020F0502020204030204" pitchFamily="34" charset="0"/>
                <a:cs typeface="Calibri" panose="020F0502020204030204" pitchFamily="34" charset="0"/>
              </a:rPr>
              <a:t>Most cost-effective option at $200–$1,500 per unit</a:t>
            </a:r>
          </a:p>
          <a:p>
            <a:pPr marL="342900" indent="-342900">
              <a:buFont typeface="Arial" panose="020B0604020202020204" pitchFamily="34" charset="0"/>
              <a:buChar char="•"/>
            </a:pPr>
            <a:r>
              <a:rPr lang="en-GB" sz="3200" dirty="0">
                <a:latin typeface="Calibri" panose="020F0502020204030204" pitchFamily="34" charset="0"/>
                <a:cs typeface="Calibri" panose="020F0502020204030204" pitchFamily="34" charset="0"/>
              </a:rPr>
              <a:t>FAR below 0.1%</a:t>
            </a:r>
          </a:p>
          <a:p>
            <a:pPr marL="342900" indent="-342900">
              <a:buFont typeface="Arial" panose="020B0604020202020204" pitchFamily="34" charset="0"/>
              <a:buChar char="•"/>
            </a:pPr>
            <a:r>
              <a:rPr lang="en-GB" sz="3200" dirty="0">
                <a:latin typeface="Calibri" panose="020F0502020204030204" pitchFamily="34" charset="0"/>
                <a:cs typeface="Calibri" panose="020F0502020204030204" pitchFamily="34" charset="0"/>
              </a:rPr>
              <a:t>Capacitive sensors are significantly more resistant to spoofing than optical alternatives</a:t>
            </a:r>
          </a:p>
          <a:p>
            <a:pPr marL="342900" indent="-342900">
              <a:buFont typeface="Arial" panose="020B0604020202020204" pitchFamily="34" charset="0"/>
              <a:buChar char="•"/>
            </a:pPr>
            <a:r>
              <a:rPr lang="en-GB" sz="3200" dirty="0">
                <a:latin typeface="Calibri" panose="020F0502020204030204" pitchFamily="34" charset="0"/>
                <a:cs typeface="Calibri" panose="020F0502020204030204" pitchFamily="34" charset="0"/>
              </a:rPr>
              <a:t>Real world viability shown by Brazil's national deployment</a:t>
            </a:r>
          </a:p>
          <a:p>
            <a:pPr marL="342900" indent="-342900">
              <a:buFont typeface="Arial" panose="020B0604020202020204" pitchFamily="34" charset="0"/>
              <a:buChar char="•"/>
            </a:pPr>
            <a:r>
              <a:rPr lang="en-GB" sz="3200" dirty="0">
                <a:latin typeface="Calibri" panose="020F0502020204030204" pitchFamily="34" charset="0"/>
                <a:cs typeface="Calibri" panose="020F0502020204030204" pitchFamily="34" charset="0"/>
              </a:rPr>
              <a:t>Thumb selected as primary input for larger surface area</a:t>
            </a:r>
          </a:p>
        </p:txBody>
      </p:sp>
      <p:pic>
        <p:nvPicPr>
          <p:cNvPr id="8" name="Picture 7">
            <a:extLst>
              <a:ext uri="{FF2B5EF4-FFF2-40B4-BE49-F238E27FC236}">
                <a16:creationId xmlns:a16="http://schemas.microsoft.com/office/drawing/2014/main" id="{F55EEBDC-EFD0-5FD0-9916-8FE3E89B1711}"/>
              </a:ext>
            </a:extLst>
          </p:cNvPr>
          <p:cNvPicPr>
            <a:picLocks noChangeAspect="1"/>
          </p:cNvPicPr>
          <p:nvPr/>
        </p:nvPicPr>
        <p:blipFill>
          <a:blip r:embed="rId3"/>
          <a:stretch>
            <a:fillRect/>
          </a:stretch>
        </p:blipFill>
        <p:spPr>
          <a:xfrm>
            <a:off x="21935694" y="11609214"/>
            <a:ext cx="9512214" cy="4796154"/>
          </a:xfrm>
          <a:prstGeom prst="rect">
            <a:avLst/>
          </a:prstGeom>
        </p:spPr>
      </p:pic>
      <p:sp>
        <p:nvSpPr>
          <p:cNvPr id="2" name="TextBox 1">
            <a:extLst>
              <a:ext uri="{FF2B5EF4-FFF2-40B4-BE49-F238E27FC236}">
                <a16:creationId xmlns:a16="http://schemas.microsoft.com/office/drawing/2014/main" id="{294C8D44-F438-CC27-E6B8-E5DD498A88C5}"/>
              </a:ext>
            </a:extLst>
          </p:cNvPr>
          <p:cNvSpPr txBox="1"/>
          <p:nvPr/>
        </p:nvSpPr>
        <p:spPr>
          <a:xfrm>
            <a:off x="11428215" y="12443261"/>
            <a:ext cx="9361040" cy="523220"/>
          </a:xfrm>
          <a:prstGeom prst="rect">
            <a:avLst/>
          </a:prstGeom>
          <a:noFill/>
        </p:spPr>
        <p:txBody>
          <a:bodyPr wrap="square" rtlCol="0">
            <a:spAutoFit/>
          </a:bodyPr>
          <a:lstStyle/>
          <a:p>
            <a:r>
              <a:rPr lang="en-GB" sz="2800" i="1" dirty="0">
                <a:latin typeface="Calibri" panose="020F0502020204030204" pitchFamily="34" charset="0"/>
                <a:cs typeface="Calibri" panose="020F0502020204030204" pitchFamily="34" charset="0"/>
              </a:rPr>
              <a:t>Table Of Scanner cost and False acceptance Rate [12][19]</a:t>
            </a:r>
          </a:p>
        </p:txBody>
      </p:sp>
      <p:sp>
        <p:nvSpPr>
          <p:cNvPr id="3" name="Rectangle 7">
            <a:extLst>
              <a:ext uri="{FF2B5EF4-FFF2-40B4-BE49-F238E27FC236}">
                <a16:creationId xmlns:a16="http://schemas.microsoft.com/office/drawing/2014/main" id="{F0A28DA8-A905-BF33-9733-FB2FC4A28E3B}"/>
              </a:ext>
            </a:extLst>
          </p:cNvPr>
          <p:cNvSpPr>
            <a:spLocks noChangeArrowheads="1"/>
          </p:cNvSpPr>
          <p:nvPr/>
        </p:nvSpPr>
        <p:spPr bwMode="auto">
          <a:xfrm>
            <a:off x="574154" y="20743920"/>
            <a:ext cx="10008000" cy="9119816"/>
          </a:xfrm>
          <a:prstGeom prst="rect">
            <a:avLst/>
          </a:prstGeom>
          <a:solidFill>
            <a:srgbClr val="FFFFFF"/>
          </a:solidFill>
          <a:ln w="12700">
            <a:solidFill>
              <a:srgbClr val="DDD9D6"/>
            </a:solidFill>
            <a:miter lim="800000"/>
            <a:headEnd/>
            <a:tailEnd/>
          </a:ln>
          <a:effectLst/>
        </p:spPr>
        <p:txBody>
          <a:bodyPr lIns="342504" tIns="342504" rIns="342504" bIns="342504"/>
          <a:lstStyle>
            <a:lvl1pPr defTabSz="869950">
              <a:defRPr sz="2400">
                <a:solidFill>
                  <a:schemeClr val="tx1"/>
                </a:solidFill>
                <a:latin typeface="Times New Roman" pitchFamily="18" charset="0"/>
                <a:ea typeface="MS PGothic" pitchFamily="34" charset="-128"/>
              </a:defRPr>
            </a:lvl1pPr>
            <a:lvl2pPr marL="742950" indent="-285750" defTabSz="869950">
              <a:defRPr sz="2400">
                <a:solidFill>
                  <a:schemeClr val="tx1"/>
                </a:solidFill>
                <a:latin typeface="Times New Roman" pitchFamily="18" charset="0"/>
                <a:ea typeface="MS PGothic" pitchFamily="34" charset="-128"/>
              </a:defRPr>
            </a:lvl2pPr>
            <a:lvl3pPr marL="1143000" indent="-228600" defTabSz="869950">
              <a:defRPr sz="2400">
                <a:solidFill>
                  <a:schemeClr val="tx1"/>
                </a:solidFill>
                <a:latin typeface="Times New Roman" pitchFamily="18" charset="0"/>
                <a:ea typeface="MS PGothic" pitchFamily="34" charset="-128"/>
              </a:defRPr>
            </a:lvl3pPr>
            <a:lvl4pPr marL="1600200" indent="-228600" defTabSz="869950">
              <a:defRPr sz="2400">
                <a:solidFill>
                  <a:schemeClr val="tx1"/>
                </a:solidFill>
                <a:latin typeface="Times New Roman" pitchFamily="18" charset="0"/>
                <a:ea typeface="MS PGothic" pitchFamily="34" charset="-128"/>
              </a:defRPr>
            </a:lvl4pPr>
            <a:lvl5pPr marL="2057400" indent="-228600" defTabSz="869950">
              <a:defRPr sz="2400">
                <a:solidFill>
                  <a:schemeClr val="tx1"/>
                </a:solidFill>
                <a:latin typeface="Times New Roman" pitchFamily="18" charset="0"/>
                <a:ea typeface="MS PGothic" pitchFamily="34" charset="-128"/>
              </a:defRPr>
            </a:lvl5pPr>
            <a:lvl6pPr marL="25146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pPr>
              <a:spcBef>
                <a:spcPct val="40000"/>
              </a:spcBef>
            </a:pPr>
            <a:r>
              <a:rPr lang="en-AU" altLang="en-US" sz="4000" b="1" dirty="0" err="1">
                <a:latin typeface="Calibri" panose="020F0502020204030204" pitchFamily="34" charset="0"/>
                <a:cs typeface="Calibri" panose="020F0502020204030204" pitchFamily="34" charset="0"/>
              </a:rPr>
              <a:t>SourceAFIS</a:t>
            </a:r>
            <a:r>
              <a:rPr lang="en-AU" altLang="en-US" sz="4000" b="1" dirty="0">
                <a:latin typeface="Calibri" panose="020F0502020204030204" pitchFamily="34" charset="0"/>
                <a:cs typeface="Calibri" panose="020F0502020204030204" pitchFamily="34" charset="0"/>
              </a:rPr>
              <a:t> Testing </a:t>
            </a:r>
          </a:p>
          <a:p>
            <a:pPr>
              <a:spcBef>
                <a:spcPct val="40000"/>
              </a:spcBef>
            </a:pPr>
            <a:r>
              <a:rPr lang="en-GB" sz="3200" dirty="0" err="1">
                <a:latin typeface="Calibri" panose="020F0502020204030204" pitchFamily="34" charset="0"/>
                <a:cs typeface="Calibri" panose="020F0502020204030204" pitchFamily="34" charset="0"/>
              </a:rPr>
              <a:t>SourceAFIS</a:t>
            </a:r>
            <a:r>
              <a:rPr lang="en-GB" sz="3200" dirty="0">
                <a:latin typeface="Calibri" panose="020F0502020204030204" pitchFamily="34" charset="0"/>
                <a:cs typeface="Calibri" panose="020F0502020204030204" pitchFamily="34" charset="0"/>
              </a:rPr>
              <a:t> was tested against two open source datasets. Firstly FVC2002, providing clean fingerprint scans to benchmark performance under ideal conditions, and </a:t>
            </a:r>
            <a:r>
              <a:rPr lang="en-GB" sz="3200" dirty="0" err="1">
                <a:latin typeface="Calibri" panose="020F0502020204030204" pitchFamily="34" charset="0"/>
                <a:cs typeface="Calibri" panose="020F0502020204030204" pitchFamily="34" charset="0"/>
              </a:rPr>
              <a:t>SOCOFing</a:t>
            </a:r>
            <a:r>
              <a:rPr lang="en-GB" sz="3200" dirty="0">
                <a:latin typeface="Calibri" panose="020F0502020204030204" pitchFamily="34" charset="0"/>
                <a:cs typeface="Calibri" panose="020F0502020204030204" pitchFamily="34" charset="0"/>
              </a:rPr>
              <a:t>, containing deliberately damaged fingerprints to challenge the system's ability to reject false positive matches. The Test showed that </a:t>
            </a:r>
            <a:r>
              <a:rPr lang="en-GB" sz="3200" dirty="0" err="1">
                <a:latin typeface="Calibri" panose="020F0502020204030204" pitchFamily="34" charset="0"/>
                <a:cs typeface="Calibri" panose="020F0502020204030204" pitchFamily="34" charset="0"/>
              </a:rPr>
              <a:t>SourceAFIS</a:t>
            </a:r>
            <a:r>
              <a:rPr lang="en-GB" sz="3200" dirty="0">
                <a:latin typeface="Calibri" panose="020F0502020204030204" pitchFamily="34" charset="0"/>
                <a:cs typeface="Calibri" panose="020F0502020204030204" pitchFamily="34" charset="0"/>
              </a:rPr>
              <a:t> had a False Acceptance Rate of 0 for both databases, showing that it is a secure software to use in a voting system as it rejects all false matches. </a:t>
            </a:r>
          </a:p>
          <a:p>
            <a:pPr>
              <a:spcBef>
                <a:spcPct val="40000"/>
              </a:spcBef>
            </a:pPr>
            <a:r>
              <a:rPr lang="en-GB" altLang="en-US" sz="4000" b="1" dirty="0">
                <a:latin typeface="Calibri" panose="020F0502020204030204" pitchFamily="34" charset="0"/>
                <a:cs typeface="Calibri" panose="020F0502020204030204" pitchFamily="34" charset="0"/>
              </a:rPr>
              <a:t>Server Load Testing </a:t>
            </a:r>
          </a:p>
          <a:p>
            <a:pPr>
              <a:spcBef>
                <a:spcPct val="40000"/>
              </a:spcBef>
            </a:pPr>
            <a:r>
              <a:rPr lang="en-GB" sz="3200" dirty="0">
                <a:latin typeface="Calibri" panose="020F0502020204030204" pitchFamily="34" charset="0"/>
                <a:cs typeface="Calibri" panose="020F0502020204030204" pitchFamily="34" charset="0"/>
              </a:rPr>
              <a:t>A concurrent connection load test was conducted against the live EC2 hosted server, increasing connections across five levels from 100 to 2,000. The server handled up to 964 simultaneous connections reliably, with failures increasing significantly beyond. </a:t>
            </a:r>
            <a:endParaRPr lang="en-AU" altLang="en-US" sz="3200" dirty="0">
              <a:latin typeface="Calibri" panose="020F0502020204030204" pitchFamily="34" charset="0"/>
              <a:cs typeface="Calibri" panose="020F0502020204030204" pitchFamily="34" charset="0"/>
            </a:endParaRPr>
          </a:p>
        </p:txBody>
      </p:sp>
      <p:sp>
        <p:nvSpPr>
          <p:cNvPr id="4" name="Rectangle 38">
            <a:extLst>
              <a:ext uri="{FF2B5EF4-FFF2-40B4-BE49-F238E27FC236}">
                <a16:creationId xmlns:a16="http://schemas.microsoft.com/office/drawing/2014/main" id="{9B6C0241-0A25-C326-44EB-BB21DE5F67D3}"/>
              </a:ext>
            </a:extLst>
          </p:cNvPr>
          <p:cNvSpPr>
            <a:spLocks noChangeArrowheads="1"/>
          </p:cNvSpPr>
          <p:nvPr/>
        </p:nvSpPr>
        <p:spPr bwMode="auto">
          <a:xfrm>
            <a:off x="572833" y="19698100"/>
            <a:ext cx="10008000" cy="1440000"/>
          </a:xfrm>
          <a:prstGeom prst="rect">
            <a:avLst/>
          </a:prstGeom>
          <a:solidFill>
            <a:srgbClr val="FFFFFF"/>
          </a:solidFill>
          <a:ln w="12700">
            <a:solidFill>
              <a:srgbClr val="DDD9D6"/>
            </a:solidFill>
            <a:miter lim="800000"/>
            <a:headEnd/>
            <a:tailEnd/>
          </a:ln>
          <a:effectLst/>
        </p:spPr>
        <p:txBody>
          <a:bodyPr lIns="342504" tIns="342504" rIns="342504" bIns="342504" anchor="ctr"/>
          <a:lstStyle/>
          <a:p>
            <a:pPr defTabSz="869950">
              <a:spcBef>
                <a:spcPct val="50000"/>
              </a:spcBef>
            </a:pPr>
            <a:r>
              <a:rPr lang="en-GB" altLang="en-US" sz="5400" b="1" dirty="0">
                <a:solidFill>
                  <a:srgbClr val="4365E2"/>
                </a:solidFill>
                <a:latin typeface="Calibri" charset="0"/>
                <a:ea typeface="Calibri" charset="0"/>
                <a:cs typeface="Calibri" charset="0"/>
              </a:rPr>
              <a:t>Testing</a:t>
            </a:r>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F9235666751A724C938C7AF2669C9BA1" ma:contentTypeVersion="14" ma:contentTypeDescription="Create a new document." ma:contentTypeScope="" ma:versionID="51605ae0d0c34da1a44e931d185d8c83">
  <xsd:schema xmlns:xsd="http://www.w3.org/2001/XMLSchema" xmlns:xs="http://www.w3.org/2001/XMLSchema" xmlns:p="http://schemas.microsoft.com/office/2006/metadata/properties" xmlns:ns2="112ffb48-8981-4710-8c0c-6d30fdfc7b9a" xmlns:ns3="37af0f57-e4e7-4324-bf64-93cbde7d04ef" targetNamespace="http://schemas.microsoft.com/office/2006/metadata/properties" ma:root="true" ma:fieldsID="f9e89b9c62fdd742025fcaa3b1a9fa41" ns2:_="" ns3:_="">
    <xsd:import namespace="112ffb48-8981-4710-8c0c-6d30fdfc7b9a"/>
    <xsd:import namespace="37af0f57-e4e7-4324-bf64-93cbde7d04ef"/>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2ffb48-8981-4710-8c0c-6d30fdfc7b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7af0f57-e4e7-4324-bf64-93cbde7d04ef"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65D0E912-FAE1-480B-B795-CE11C37D717D}">
  <ds:schemaRefs>
    <ds:schemaRef ds:uri="http://schemas.microsoft.com/sharepoint/v3/contenttype/forms"/>
  </ds:schemaRefs>
</ds:datastoreItem>
</file>

<file path=customXml/itemProps2.xml><?xml version="1.0" encoding="utf-8"?>
<ds:datastoreItem xmlns:ds="http://schemas.openxmlformats.org/officeDocument/2006/customXml" ds:itemID="{FAC38B0C-5FCA-4AB6-BADA-9D86CEC4B5B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2ffb48-8981-4710-8c0c-6d30fdfc7b9a"/>
    <ds:schemaRef ds:uri="37af0f57-e4e7-4324-bf64-93cbde7d04e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4CD8CF-1E7F-4189-A2CF-F0D242259026}">
  <ds:schemaRefs>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Facet</Template>
  <TotalTime>477</TotalTime>
  <Words>918</Words>
  <Application>Microsoft Macintosh PowerPoint</Application>
  <PresentationFormat>Custom</PresentationFormat>
  <Paragraphs>74</Paragraphs>
  <Slides>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Calibri</vt:lpstr>
      <vt:lpstr>Times</vt:lpstr>
      <vt:lpstr>Tw Cen MT</vt:lpstr>
      <vt:lpstr>Tw Cen MT Condensed</vt:lpstr>
      <vt:lpstr>Wingdings 3</vt:lpstr>
      <vt:lpstr>Integral</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Steve Burrows (Staff)</dc:creator>
  <cp:lastModifiedBy>Alexander Gordon (Student)</cp:lastModifiedBy>
  <cp:revision>12</cp:revision>
  <dcterms:created xsi:type="dcterms:W3CDTF">2017-05-30T08:38:05Z</dcterms:created>
  <dcterms:modified xsi:type="dcterms:W3CDTF">2026-04-27T17:17:58Z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0x010100F9235666751A724C938C7AF2669C9BA1</vt:lpwstr>
  </property>
  <property fmtid="{D5CDD505-2E9C-101B-9397-08002B2CF9AE}" pid="3" name="Order">
    <vt:r8>2400</vt:r8>
  </property>
  <property fmtid="{D5CDD505-2E9C-101B-9397-08002B2CF9AE}" pid="4" name="MSIP_Label_a618d1e0-f5d7-4da7-8ddd-3b83021a2c85_Enabled">
    <vt:lpwstr>true</vt:lpwstr>
  </property>
  <property fmtid="{D5CDD505-2E9C-101B-9397-08002B2CF9AE}" pid="5" name="MSIP_Label_a618d1e0-f5d7-4da7-8ddd-3b83021a2c85_SetDate">
    <vt:lpwstr>2026-04-26T23:14:11Z</vt:lpwstr>
  </property>
  <property fmtid="{D5CDD505-2E9C-101B-9397-08002B2CF9AE}" pid="6" name="MSIP_Label_a618d1e0-f5d7-4da7-8ddd-3b83021a2c85_Method">
    <vt:lpwstr>Standard</vt:lpwstr>
  </property>
  <property fmtid="{D5CDD505-2E9C-101B-9397-08002B2CF9AE}" pid="7" name="MSIP_Label_a618d1e0-f5d7-4da7-8ddd-3b83021a2c85_Name">
    <vt:lpwstr>Private</vt:lpwstr>
  </property>
  <property fmtid="{D5CDD505-2E9C-101B-9397-08002B2CF9AE}" pid="8" name="MSIP_Label_a618d1e0-f5d7-4da7-8ddd-3b83021a2c85_SiteId">
    <vt:lpwstr>ae323139-093a-4d2a-81a6-5d334bcd9019</vt:lpwstr>
  </property>
  <property fmtid="{D5CDD505-2E9C-101B-9397-08002B2CF9AE}" pid="9" name="MSIP_Label_a618d1e0-f5d7-4da7-8ddd-3b83021a2c85_ActionId">
    <vt:lpwstr>41dff6ab-1150-4a14-a28f-30269725be18</vt:lpwstr>
  </property>
  <property fmtid="{D5CDD505-2E9C-101B-9397-08002B2CF9AE}" pid="10" name="MSIP_Label_a618d1e0-f5d7-4da7-8ddd-3b83021a2c85_ContentBits">
    <vt:lpwstr>0</vt:lpwstr>
  </property>
  <property fmtid="{D5CDD505-2E9C-101B-9397-08002B2CF9AE}" pid="11" name="MSIP_Label_a618d1e0-f5d7-4da7-8ddd-3b83021a2c85_Tag">
    <vt:lpwstr>10, 3, 0, 1</vt:lpwstr>
  </property>
</Properties>
</file>